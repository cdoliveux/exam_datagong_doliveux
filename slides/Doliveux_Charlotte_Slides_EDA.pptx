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2"/>
  </p:notesMasterIdLst>
  <p:handoutMasterIdLst>
    <p:handoutMasterId r:id="rId13"/>
  </p:handoutMasterIdLst>
  <p:sldIdLst>
    <p:sldId id="256" r:id="rId5"/>
    <p:sldId id="261" r:id="rId6"/>
    <p:sldId id="295" r:id="rId7"/>
    <p:sldId id="297" r:id="rId8"/>
    <p:sldId id="296" r:id="rId9"/>
    <p:sldId id="298" r:id="rId10"/>
    <p:sldId id="27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E5F9AF-48B3-4CBA-B974-BEE7B9E74F96}" v="79" dt="2026-02-16T15:33:25.671"/>
  </p1510:revLst>
</p1510:revInfo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Style clair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09" autoAdjust="0"/>
  </p:normalViewPr>
  <p:slideViewPr>
    <p:cSldViewPr snapToGrid="0">
      <p:cViewPr varScale="1">
        <p:scale>
          <a:sx n="93" d="100"/>
          <a:sy n="93" d="100"/>
        </p:scale>
        <p:origin x="1188" y="306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rlotte DOLIVEUX" userId="210dffe4-a34b-4327-bd8e-5d6e65d5e9ea" providerId="ADAL" clId="{1AAF22A4-850B-4318-97C9-13D67638478F}"/>
    <pc:docChg chg="undo custSel addSld delSld modSld">
      <pc:chgData name="Charlotte DOLIVEUX" userId="210dffe4-a34b-4327-bd8e-5d6e65d5e9ea" providerId="ADAL" clId="{1AAF22A4-850B-4318-97C9-13D67638478F}" dt="2026-02-16T15:34:55.021" v="3774" actId="20577"/>
      <pc:docMkLst>
        <pc:docMk/>
      </pc:docMkLst>
      <pc:sldChg chg="modSp mod">
        <pc:chgData name="Charlotte DOLIVEUX" userId="210dffe4-a34b-4327-bd8e-5d6e65d5e9ea" providerId="ADAL" clId="{1AAF22A4-850B-4318-97C9-13D67638478F}" dt="2026-02-16T15:00:34.731" v="2181" actId="790"/>
        <pc:sldMkLst>
          <pc:docMk/>
          <pc:sldMk cId="1642425379" sldId="256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642425379" sldId="256"/>
            <ac:spMk id="2" creationId="{216815C6-3AD0-46E6-A74A-1967BD91AF50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642425379" sldId="256"/>
            <ac:spMk id="3" creationId="{1901B20D-4C28-4DA3-ABBD-718C22A5E58B}"/>
          </ac:spMkLst>
        </pc:spChg>
      </pc:sldChg>
      <pc:sldChg chg="modSp del mod">
        <pc:chgData name="Charlotte DOLIVEUX" userId="210dffe4-a34b-4327-bd8e-5d6e65d5e9ea" providerId="ADAL" clId="{1AAF22A4-850B-4318-97C9-13D67638478F}" dt="2026-02-16T15:33:06.296" v="3656" actId="47"/>
        <pc:sldMkLst>
          <pc:docMk/>
          <pc:sldMk cId="707789176" sldId="258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707789176" sldId="258"/>
            <ac:spMk id="2" creationId="{A29DE7F2-E890-4744-88DD-A75F5E300513}"/>
          </ac:spMkLst>
        </pc:spChg>
      </pc:sldChg>
      <pc:sldChg chg="modSp del mod">
        <pc:chgData name="Charlotte DOLIVEUX" userId="210dffe4-a34b-4327-bd8e-5d6e65d5e9ea" providerId="ADAL" clId="{1AAF22A4-850B-4318-97C9-13D67638478F}" dt="2026-02-16T15:32:48.215" v="3647" actId="47"/>
        <pc:sldMkLst>
          <pc:docMk/>
          <pc:sldMk cId="566997565" sldId="260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566997565" sldId="260"/>
            <ac:spMk id="2" creationId="{063B6BDC-0568-466F-91ED-52067B366C6A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566997565" sldId="260"/>
            <ac:spMk id="3" creationId="{67A559BE-816C-475D-9ADA-DDFDF14A41D4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566997565" sldId="260"/>
            <ac:spMk id="4" creationId="{A8597536-70D1-46C0-A2A2-51A6BB21DB20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566997565" sldId="260"/>
            <ac:spMk id="11" creationId="{B1B29E87-9C2C-400B-834D-4E4BD6E944D0}"/>
          </ac:spMkLst>
        </pc:spChg>
        <pc:graphicFrameChg chg="modGraphic">
          <ac:chgData name="Charlotte DOLIVEUX" userId="210dffe4-a34b-4327-bd8e-5d6e65d5e9ea" providerId="ADAL" clId="{1AAF22A4-850B-4318-97C9-13D67638478F}" dt="2026-02-16T15:00:34.731" v="2181" actId="790"/>
          <ac:graphicFrameMkLst>
            <pc:docMk/>
            <pc:sldMk cId="566997565" sldId="260"/>
            <ac:graphicFrameMk id="17" creationId="{D6E90A56-AF21-45DC-A08C-27875260C7CB}"/>
          </ac:graphicFrameMkLst>
        </pc:graphicFrameChg>
      </pc:sldChg>
      <pc:sldChg chg="modSp mod">
        <pc:chgData name="Charlotte DOLIVEUX" userId="210dffe4-a34b-4327-bd8e-5d6e65d5e9ea" providerId="ADAL" clId="{1AAF22A4-850B-4318-97C9-13D67638478F}" dt="2026-02-16T15:34:19.856" v="3753" actId="20577"/>
        <pc:sldMkLst>
          <pc:docMk/>
          <pc:sldMk cId="1738561688" sldId="261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738561688" sldId="261"/>
            <ac:spMk id="3" creationId="{7D779DE4-CAEA-4617-897E-FEC9A2AC2D6A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738561688" sldId="261"/>
            <ac:spMk id="4" creationId="{F5FF1291-56EB-4A7B-A198-1D91F9ECC5D3}"/>
          </ac:spMkLst>
        </pc:spChg>
        <pc:spChg chg="mod">
          <ac:chgData name="Charlotte DOLIVEUX" userId="210dffe4-a34b-4327-bd8e-5d6e65d5e9ea" providerId="ADAL" clId="{1AAF22A4-850B-4318-97C9-13D67638478F}" dt="2026-02-16T15:23:51.528" v="3382" actId="20577"/>
          <ac:spMkLst>
            <pc:docMk/>
            <pc:sldMk cId="1738561688" sldId="261"/>
            <ac:spMk id="5" creationId="{6184E21C-7534-4FB5-9709-F7D1A11034F3}"/>
          </ac:spMkLst>
        </pc:spChg>
        <pc:spChg chg="mod">
          <ac:chgData name="Charlotte DOLIVEUX" userId="210dffe4-a34b-4327-bd8e-5d6e65d5e9ea" providerId="ADAL" clId="{1AAF22A4-850B-4318-97C9-13D67638478F}" dt="2026-02-16T15:08:11.301" v="2561" actId="313"/>
          <ac:spMkLst>
            <pc:docMk/>
            <pc:sldMk cId="1738561688" sldId="261"/>
            <ac:spMk id="6" creationId="{5C594564-4FC6-401A-8586-44735EE819EC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738561688" sldId="261"/>
            <ac:spMk id="7" creationId="{D7EB25CA-DA83-483D-AF83-0001BDF2DE2B}"/>
          </ac:spMkLst>
        </pc:spChg>
        <pc:spChg chg="mod">
          <ac:chgData name="Charlotte DOLIVEUX" userId="210dffe4-a34b-4327-bd8e-5d6e65d5e9ea" providerId="ADAL" clId="{1AAF22A4-850B-4318-97C9-13D67638478F}" dt="2026-02-16T15:07:13.892" v="2514" actId="20577"/>
          <ac:spMkLst>
            <pc:docMk/>
            <pc:sldMk cId="1738561688" sldId="261"/>
            <ac:spMk id="8" creationId="{B46CE8C6-E12D-4A0D-8553-7FFA31941D56}"/>
          </ac:spMkLst>
        </pc:spChg>
        <pc:spChg chg="mod">
          <ac:chgData name="Charlotte DOLIVEUX" userId="210dffe4-a34b-4327-bd8e-5d6e65d5e9ea" providerId="ADAL" clId="{1AAF22A4-850B-4318-97C9-13D67638478F}" dt="2026-02-16T15:34:19.856" v="3753" actId="20577"/>
          <ac:spMkLst>
            <pc:docMk/>
            <pc:sldMk cId="1738561688" sldId="261"/>
            <ac:spMk id="9" creationId="{1C7D5285-85DF-4331-A6FA-1AE847CA47AE}"/>
          </ac:spMkLst>
        </pc:spChg>
        <pc:spChg chg="mod">
          <ac:chgData name="Charlotte DOLIVEUX" userId="210dffe4-a34b-4327-bd8e-5d6e65d5e9ea" providerId="ADAL" clId="{1AAF22A4-850B-4318-97C9-13D67638478F}" dt="2026-02-16T15:08:24.626" v="2565" actId="20577"/>
          <ac:spMkLst>
            <pc:docMk/>
            <pc:sldMk cId="1738561688" sldId="261"/>
            <ac:spMk id="10" creationId="{02D305EF-9A88-496B-BFC1-D589A01EE381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738561688" sldId="261"/>
            <ac:spMk id="11" creationId="{40BF6865-7FAE-4B56-A995-ADF1582DCC64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738561688" sldId="261"/>
            <ac:spMk id="12" creationId="{7312B71A-5E84-41DE-9754-5F6291F6DFB7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738561688" sldId="261"/>
            <ac:spMk id="13" creationId="{E3984D70-BD95-4E1F-9725-902B5D74DED6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738561688" sldId="261"/>
            <ac:spMk id="16" creationId="{CFCB72BC-1CC5-DA90-1AE8-A4CA26815221}"/>
          </ac:spMkLst>
        </pc:spChg>
      </pc:sldChg>
      <pc:sldChg chg="modSp del mod">
        <pc:chgData name="Charlotte DOLIVEUX" userId="210dffe4-a34b-4327-bd8e-5d6e65d5e9ea" providerId="ADAL" clId="{1AAF22A4-850B-4318-97C9-13D67638478F}" dt="2026-02-16T15:33:10.989" v="3657" actId="47"/>
        <pc:sldMkLst>
          <pc:docMk/>
          <pc:sldMk cId="1593920805" sldId="262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593920805" sldId="262"/>
            <ac:spMk id="2" creationId="{75031FE9-9059-4FE8-B4AC-9771F23A1B89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593920805" sldId="262"/>
            <ac:spMk id="3" creationId="{D4A2EB3F-4D60-451F-8F45-7D6654D2FCD9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593920805" sldId="262"/>
            <ac:spMk id="5" creationId="{E81BA2B5-6A90-4204-ABDD-7183FBB03A02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593920805" sldId="262"/>
            <ac:spMk id="6" creationId="{7E7D4C34-22A0-4D54-A07D-E1E9A11463E5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593920805" sldId="262"/>
            <ac:spMk id="7" creationId="{301D392D-FB66-47A0-B628-5ADE822A2CFF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593920805" sldId="262"/>
            <ac:spMk id="8" creationId="{51C26CE0-2506-4B44-A26F-C12BFA5B18B5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593920805" sldId="262"/>
            <ac:spMk id="9" creationId="{868F40F8-BF35-45E9-B3DD-5436362D746E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593920805" sldId="262"/>
            <ac:spMk id="10" creationId="{7F39C97C-2DDC-4706-B96C-B02FAE53A426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593920805" sldId="262"/>
            <ac:spMk id="80" creationId="{BC1F9D86-85D8-4FD0-B0D3-47D778722782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593920805" sldId="262"/>
            <ac:spMk id="82" creationId="{CE36A058-BEC2-4BC5-A467-F2EB2A365051}"/>
          </ac:spMkLst>
        </pc:spChg>
      </pc:sldChg>
      <pc:sldChg chg="modSp del mod">
        <pc:chgData name="Charlotte DOLIVEUX" userId="210dffe4-a34b-4327-bd8e-5d6e65d5e9ea" providerId="ADAL" clId="{1AAF22A4-850B-4318-97C9-13D67638478F}" dt="2026-02-16T15:33:27.540" v="3660" actId="47"/>
        <pc:sldMkLst>
          <pc:docMk/>
          <pc:sldMk cId="1346372204" sldId="264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346372204" sldId="264"/>
            <ac:spMk id="2" creationId="{537E1C88-627C-4655-A4FB-0BB02EDB078A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346372204" sldId="264"/>
            <ac:spMk id="3" creationId="{033634FE-ADF0-4BC3-A0A9-447EA9DD096B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346372204" sldId="264"/>
            <ac:spMk id="4" creationId="{5C2ACA2A-6BBE-47CF-B76F-F56C9DBF77E6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346372204" sldId="264"/>
            <ac:spMk id="5" creationId="{396A095E-DB05-47EC-A2D5-47398A4A00B4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346372204" sldId="264"/>
            <ac:spMk id="6" creationId="{C23C3221-5F04-4CA7-A86A-EEA8566A1735}"/>
          </ac:spMkLst>
        </pc:spChg>
      </pc:sldChg>
      <pc:sldChg chg="modSp del mod">
        <pc:chgData name="Charlotte DOLIVEUX" userId="210dffe4-a34b-4327-bd8e-5d6e65d5e9ea" providerId="ADAL" clId="{1AAF22A4-850B-4318-97C9-13D67638478F}" dt="2026-02-16T15:32:59.232" v="3653" actId="47"/>
        <pc:sldMkLst>
          <pc:docMk/>
          <pc:sldMk cId="2121178069" sldId="266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121178069" sldId="266"/>
            <ac:spMk id="2" creationId="{5CE54ABB-4929-4810-950B-2DAEA0A5BAB4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121178069" sldId="266"/>
            <ac:spMk id="3" creationId="{D5E1C399-8F48-44F5-9461-3C89866D4CE1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121178069" sldId="266"/>
            <ac:spMk id="4" creationId="{A112B089-A8F9-45B1-BE6E-EAC10163F082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121178069" sldId="266"/>
            <ac:spMk id="5" creationId="{CF515C5D-2CDB-4E66-B2B8-1451BC44247F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121178069" sldId="266"/>
            <ac:spMk id="6" creationId="{0FE22F9B-4BF8-41DC-8F1C-836B546E59AD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121178069" sldId="266"/>
            <ac:spMk id="7" creationId="{6B35F89A-6CDF-41F7-BD87-18B45BD7330B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121178069" sldId="266"/>
            <ac:spMk id="8" creationId="{E92B9716-8D44-4864-8986-720957B34362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121178069" sldId="266"/>
            <ac:spMk id="9" creationId="{7B78F7A0-88C5-4940-B21C-099F472F39F9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121178069" sldId="266"/>
            <ac:spMk id="10" creationId="{D2186069-FC8E-433D-9BB4-942220CE8CFB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121178069" sldId="266"/>
            <ac:spMk id="11" creationId="{BAD5B6F4-0A90-447A-A1AE-D75C934B6B29}"/>
          </ac:spMkLst>
        </pc:spChg>
      </pc:sldChg>
      <pc:sldChg chg="modSp del mod">
        <pc:chgData name="Charlotte DOLIVEUX" userId="210dffe4-a34b-4327-bd8e-5d6e65d5e9ea" providerId="ADAL" clId="{1AAF22A4-850B-4318-97C9-13D67638478F}" dt="2026-02-16T15:33:03.861" v="3655" actId="47"/>
        <pc:sldMkLst>
          <pc:docMk/>
          <pc:sldMk cId="4151694508" sldId="268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151694508" sldId="268"/>
            <ac:spMk id="4" creationId="{FAD2AE59-5630-4D5C-83A9-4CDEF4D7DCFB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151694508" sldId="268"/>
            <ac:spMk id="5" creationId="{F8657664-A458-4DDD-ACC2-1D87FCD6FCA9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151694508" sldId="268"/>
            <ac:spMk id="6" creationId="{5A6B31B0-7B84-475D-961F-09C0191F91A2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151694508" sldId="268"/>
            <ac:spMk id="7" creationId="{578017FE-712E-4E95-B483-B700F1AA4B2A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151694508" sldId="268"/>
            <ac:spMk id="11" creationId="{D0E0ACA0-9139-4C37-920D-BF3C1FF461C1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151694508" sldId="268"/>
            <ac:spMk id="12" creationId="{5909F2DC-F097-42AB-88E7-0CA09BD5E2C2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151694508" sldId="268"/>
            <ac:spMk id="13" creationId="{F4A37AA9-0BEE-42AC-8CC0-AE5B8663553A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151694508" sldId="268"/>
            <ac:spMk id="14" creationId="{42152A75-1CD2-44EC-9374-C83D4604A5DD}"/>
          </ac:spMkLst>
        </pc:spChg>
      </pc:sldChg>
      <pc:sldChg chg="modSp del mod">
        <pc:chgData name="Charlotte DOLIVEUX" userId="210dffe4-a34b-4327-bd8e-5d6e65d5e9ea" providerId="ADAL" clId="{1AAF22A4-850B-4318-97C9-13D67638478F}" dt="2026-02-16T15:32:52.144" v="3649" actId="47"/>
        <pc:sldMkLst>
          <pc:docMk/>
          <pc:sldMk cId="1472106130" sldId="270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72106130" sldId="270"/>
            <ac:spMk id="2" creationId="{39605AF1-623C-4E09-AB5D-8DD0571489F6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72106130" sldId="270"/>
            <ac:spMk id="3" creationId="{9B1DDDEF-20C4-4F65-BAC9-0A763DF7E02B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72106130" sldId="270"/>
            <ac:spMk id="4" creationId="{7FDC0E0A-2715-4BF9-8659-0ED8629BA242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72106130" sldId="270"/>
            <ac:spMk id="5" creationId="{20E75224-81EB-4CDA-BBBE-44B4B2F3C039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72106130" sldId="270"/>
            <ac:spMk id="6" creationId="{BA32F697-D1D4-4B0A-B960-D1869BF8607A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72106130" sldId="270"/>
            <ac:spMk id="17" creationId="{24158E79-DA49-4521-BEC6-A7BA93C41F4C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72106130" sldId="270"/>
            <ac:spMk id="24" creationId="{319E41BC-4F05-4804-843A-E1846794FBF9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72106130" sldId="270"/>
            <ac:spMk id="25" creationId="{23BDF8B9-53DF-46F4-98D4-053D78D610B0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72106130" sldId="270"/>
            <ac:spMk id="26" creationId="{0FD0A14C-4421-4979-AF8C-F7E649A88162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72106130" sldId="270"/>
            <ac:spMk id="27" creationId="{9C0DB469-503B-40AF-84D1-C69B085AA96F}"/>
          </ac:spMkLst>
        </pc:spChg>
      </pc:sldChg>
      <pc:sldChg chg="modSp del mod">
        <pc:chgData name="Charlotte DOLIVEUX" userId="210dffe4-a34b-4327-bd8e-5d6e65d5e9ea" providerId="ADAL" clId="{1AAF22A4-850B-4318-97C9-13D67638478F}" dt="2026-02-16T15:32:45.810" v="3645" actId="47"/>
        <pc:sldMkLst>
          <pc:docMk/>
          <pc:sldMk cId="920173932" sldId="275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920173932" sldId="275"/>
            <ac:spMk id="2" creationId="{38FFA191-5CCC-43CB-BD83-4F80ED362608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920173932" sldId="275"/>
            <ac:spMk id="3" creationId="{E14BBEAF-B516-45F4-9EF6-A9F65111580F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920173932" sldId="275"/>
            <ac:spMk id="4" creationId="{13F8C8B5-F6EC-489B-BD0F-CD89A73CAB3A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920173932" sldId="275"/>
            <ac:spMk id="5" creationId="{11AEA823-8519-4F9D-81FA-3673131076FC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920173932" sldId="275"/>
            <ac:spMk id="6" creationId="{BAEFF51B-0E28-4171-AE7C-A31AAB42BC73}"/>
          </ac:spMkLst>
        </pc:spChg>
      </pc:sldChg>
      <pc:sldChg chg="modSp mod">
        <pc:chgData name="Charlotte DOLIVEUX" userId="210dffe4-a34b-4327-bd8e-5d6e65d5e9ea" providerId="ADAL" clId="{1AAF22A4-850B-4318-97C9-13D67638478F}" dt="2026-02-16T15:00:34.731" v="2181" actId="790"/>
        <pc:sldMkLst>
          <pc:docMk/>
          <pc:sldMk cId="2436493926" sldId="276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436493926" sldId="276"/>
            <ac:spMk id="2" creationId="{BCCAEE93-8585-46D4-A7EC-F184E317CB2E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436493926" sldId="276"/>
            <ac:spMk id="3" creationId="{24AFFC60-19C3-4901-93F7-7AAF4C09F8C6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436493926" sldId="276"/>
            <ac:spMk id="4" creationId="{72DA7980-C870-4C9A-84FA-4120D8AF5DE8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436493926" sldId="276"/>
            <ac:spMk id="5" creationId="{0DFADE42-1A3F-40C8-A071-E57644F3D843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436493926" sldId="276"/>
            <ac:spMk id="6" creationId="{5EDCFF82-B70F-4971-9182-7C3AEA3CFD26}"/>
          </ac:spMkLst>
        </pc:spChg>
      </pc:sldChg>
      <pc:sldChg chg="modSp del mod">
        <pc:chgData name="Charlotte DOLIVEUX" userId="210dffe4-a34b-4327-bd8e-5d6e65d5e9ea" providerId="ADAL" clId="{1AAF22A4-850B-4318-97C9-13D67638478F}" dt="2026-02-16T15:32:57.943" v="3652" actId="47"/>
        <pc:sldMkLst>
          <pc:docMk/>
          <pc:sldMk cId="2069393026" sldId="278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069393026" sldId="278"/>
            <ac:spMk id="2" creationId="{8A4E0A63-A388-49B1-A04E-27CE9BD622EF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069393026" sldId="278"/>
            <ac:spMk id="3" creationId="{005C44B1-BA82-483C-BD91-F89067442F9E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069393026" sldId="278"/>
            <ac:spMk id="4" creationId="{79ED4A67-3A46-4F54-A12A-EAE1B53E6457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069393026" sldId="278"/>
            <ac:spMk id="5" creationId="{06E82690-B145-4D4F-B2D1-0B2A8C50FD71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069393026" sldId="278"/>
            <ac:spMk id="6" creationId="{7640DF9D-0C9E-4C5D-9635-6B4DE10CCEE5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069393026" sldId="278"/>
            <ac:spMk id="7" creationId="{40297407-CE4E-4284-879D-AEC395713625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069393026" sldId="278"/>
            <ac:spMk id="8" creationId="{F5C3A7BE-F7FC-4942-A31A-491A8A806103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069393026" sldId="278"/>
            <ac:spMk id="9" creationId="{95CCE699-03D1-4642-B46A-B14EF17DA183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069393026" sldId="278"/>
            <ac:spMk id="10" creationId="{BC1DF189-6F2F-4C21-88CC-C82D3D0D147B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069393026" sldId="278"/>
            <ac:spMk id="32" creationId="{D5DB19F8-B538-4965-BA90-ED372B99F5DC}"/>
          </ac:spMkLst>
        </pc:spChg>
      </pc:sldChg>
      <pc:sldChg chg="modSp del mod">
        <pc:chgData name="Charlotte DOLIVEUX" userId="210dffe4-a34b-4327-bd8e-5d6e65d5e9ea" providerId="ADAL" clId="{1AAF22A4-850B-4318-97C9-13D67638478F}" dt="2026-02-16T15:32:51.161" v="3648" actId="47"/>
        <pc:sldMkLst>
          <pc:docMk/>
          <pc:sldMk cId="1417396711" sldId="280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17396711" sldId="280"/>
            <ac:spMk id="3" creationId="{2CC7E0A4-FE8E-4F7B-8370-1FA3484B6144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17396711" sldId="280"/>
            <ac:spMk id="4" creationId="{5CE495FC-7E0A-4342-A40D-3B65DCA780C6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17396711" sldId="280"/>
            <ac:spMk id="6" creationId="{7F0BD43D-EBFD-48E7-A1D3-EB9228D4C58B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17396711" sldId="280"/>
            <ac:spMk id="24" creationId="{568D7422-F48C-4829-8937-7DA701F3303B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17396711" sldId="280"/>
            <ac:spMk id="25" creationId="{225FED20-8F0E-4B86-88AD-F902806B2CA0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17396711" sldId="280"/>
            <ac:spMk id="26" creationId="{2329531A-E68A-4913-9B66-062FBAC6D24D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17396711" sldId="280"/>
            <ac:spMk id="29" creationId="{BF7EE2E1-DA9E-4645-BC0D-305C1F12118B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17396711" sldId="280"/>
            <ac:spMk id="35" creationId="{AEC73B38-496F-4951-89EB-38E1A77E186B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17396711" sldId="280"/>
            <ac:spMk id="37" creationId="{8658B547-4844-4FC2-9B4E-C8A8DF4D66D8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417396711" sldId="280"/>
            <ac:spMk id="39" creationId="{B7890BF0-461E-41CE-AFC1-AD52C6B9549E}"/>
          </ac:spMkLst>
        </pc:spChg>
      </pc:sldChg>
      <pc:sldChg chg="modSp del mod">
        <pc:chgData name="Charlotte DOLIVEUX" userId="210dffe4-a34b-4327-bd8e-5d6e65d5e9ea" providerId="ADAL" clId="{1AAF22A4-850B-4318-97C9-13D67638478F}" dt="2026-02-16T15:33:11.931" v="3658" actId="47"/>
        <pc:sldMkLst>
          <pc:docMk/>
          <pc:sldMk cId="1844941827" sldId="289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844941827" sldId="289"/>
            <ac:spMk id="2" creationId="{75031FE9-9059-4FE8-B4AC-9771F23A1B89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844941827" sldId="289"/>
            <ac:spMk id="4" creationId="{AC1C80FB-53F9-42EE-B1E6-D0F998EC5DFA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844941827" sldId="289"/>
            <ac:spMk id="5" creationId="{E81BA2B5-6A90-4204-ABDD-7183FBB03A02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844941827" sldId="289"/>
            <ac:spMk id="6" creationId="{7E7D4C34-22A0-4D54-A07D-E1E9A11463E5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844941827" sldId="289"/>
            <ac:spMk id="7" creationId="{301D392D-FB66-47A0-B628-5ADE822A2CFF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844941827" sldId="289"/>
            <ac:spMk id="8" creationId="{51C26CE0-2506-4B44-A26F-C12BFA5B18B5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844941827" sldId="289"/>
            <ac:spMk id="9" creationId="{868F40F8-BF35-45E9-B3DD-5436362D746E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844941827" sldId="289"/>
            <ac:spMk id="10" creationId="{7F39C97C-2DDC-4706-B96C-B02FAE53A426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844941827" sldId="289"/>
            <ac:spMk id="20" creationId="{A74D661B-510C-4CF2-BF77-3EAFB649883D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844941827" sldId="289"/>
            <ac:spMk id="22" creationId="{5D1BD041-3428-4D62-934F-F3FF6D36F90F}"/>
          </ac:spMkLst>
        </pc:spChg>
      </pc:sldChg>
      <pc:sldChg chg="modSp del mod">
        <pc:chgData name="Charlotte DOLIVEUX" userId="210dffe4-a34b-4327-bd8e-5d6e65d5e9ea" providerId="ADAL" clId="{1AAF22A4-850B-4318-97C9-13D67638478F}" dt="2026-02-16T15:32:46.847" v="3646" actId="47"/>
        <pc:sldMkLst>
          <pc:docMk/>
          <pc:sldMk cId="1177824853" sldId="290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177824853" sldId="290"/>
            <ac:spMk id="5" creationId="{68145D0E-892D-492B-8AD6-551CF27DD5F7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177824853" sldId="290"/>
            <ac:spMk id="6" creationId="{3ED3951E-8DE6-4BA9-B9BA-CFCDF432226C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177824853" sldId="290"/>
            <ac:spMk id="7" creationId="{A563C171-5812-4E79-804A-ED04E1BD313F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177824853" sldId="290"/>
            <ac:spMk id="8" creationId="{3AD8A4DC-ECAA-4D59-BE12-EBEDDE9E2A7D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177824853" sldId="290"/>
            <ac:spMk id="9" creationId="{9BFC0B64-8F13-426F-B6C5-9C9427ACAD7E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177824853" sldId="290"/>
            <ac:spMk id="10" creationId="{C66E4F1A-AD73-4086-B578-235F0B9F1FC4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177824853" sldId="290"/>
            <ac:spMk id="12" creationId="{F70E657A-85D8-48A8-B017-274F0C32C5C9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177824853" sldId="290"/>
            <ac:spMk id="14" creationId="{C487CCC0-D329-4C1F-A1CD-04930A23C5C3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177824853" sldId="290"/>
            <ac:spMk id="15" creationId="{34E62770-EE0A-4D83-B50E-CD868056030E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1177824853" sldId="290"/>
            <ac:spMk id="17" creationId="{025753CB-8973-4FAE-BB5D-5CC96CE338D4}"/>
          </ac:spMkLst>
        </pc:spChg>
      </pc:sldChg>
      <pc:sldChg chg="modSp del mod">
        <pc:chgData name="Charlotte DOLIVEUX" userId="210dffe4-a34b-4327-bd8e-5d6e65d5e9ea" providerId="ADAL" clId="{1AAF22A4-850B-4318-97C9-13D67638478F}" dt="2026-02-16T15:33:00.350" v="3654" actId="47"/>
        <pc:sldMkLst>
          <pc:docMk/>
          <pc:sldMk cId="404854312" sldId="292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04854312" sldId="292"/>
            <ac:spMk id="2" creationId="{5864BC4F-3D59-464A-857E-6F155B368ED7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04854312" sldId="292"/>
            <ac:spMk id="5" creationId="{79C22D8C-87A6-47AD-8D29-FBBA539EDBE2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04854312" sldId="292"/>
            <ac:spMk id="6" creationId="{4D346909-C2E0-4F1D-90FC-F5E1D8DFB515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04854312" sldId="292"/>
            <ac:spMk id="7" creationId="{EBC02F21-4E3C-469E-B11C-9214231082D3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04854312" sldId="292"/>
            <ac:spMk id="9" creationId="{8C1455DF-5CEC-44A2-A92D-8E901D15B7CC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04854312" sldId="292"/>
            <ac:spMk id="10" creationId="{7C7E7B18-D05F-4C44-8718-8C671160FC98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04854312" sldId="292"/>
            <ac:spMk id="11" creationId="{C4EAD5C6-02F0-4D27-8D85-1BD5EA833D6F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04854312" sldId="292"/>
            <ac:spMk id="21" creationId="{318AFADE-B54F-4988-8000-B9336A395336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04854312" sldId="292"/>
            <ac:spMk id="22" creationId="{F296843C-0ED0-4314-A6F0-DD60C828DDFB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04854312" sldId="292"/>
            <ac:spMk id="24" creationId="{5AA25980-D334-4FC0-9091-936E53B8D321}"/>
          </ac:spMkLst>
        </pc:spChg>
      </pc:sldChg>
      <pc:sldChg chg="modSp del mod">
        <pc:chgData name="Charlotte DOLIVEUX" userId="210dffe4-a34b-4327-bd8e-5d6e65d5e9ea" providerId="ADAL" clId="{1AAF22A4-850B-4318-97C9-13D67638478F}" dt="2026-02-16T15:32:53.303" v="3650" actId="47"/>
        <pc:sldMkLst>
          <pc:docMk/>
          <pc:sldMk cId="473871986" sldId="293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73871986" sldId="293"/>
            <ac:spMk id="2" creationId="{402600B4-5BE8-447C-8531-6CD75CB45735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73871986" sldId="293"/>
            <ac:spMk id="3" creationId="{217076FA-2B16-4A6F-9631-8D175CE7886C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73871986" sldId="293"/>
            <ac:spMk id="4" creationId="{971188AF-1B8F-40DD-90B1-DC0F52BA46BA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73871986" sldId="293"/>
            <ac:spMk id="5" creationId="{7088B044-C125-4F21-B6E1-ECBEB9762151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73871986" sldId="293"/>
            <ac:spMk id="9" creationId="{C54CD4A7-4E1A-4902-993B-81A396A3670C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73871986" sldId="293"/>
            <ac:spMk id="75" creationId="{5425916A-A2C0-45C3-9A48-E48DEB97F631}"/>
          </ac:spMkLst>
        </pc:spChg>
        <pc:graphicFrameChg chg="modGraphic">
          <ac:chgData name="Charlotte DOLIVEUX" userId="210dffe4-a34b-4327-bd8e-5d6e65d5e9ea" providerId="ADAL" clId="{1AAF22A4-850B-4318-97C9-13D67638478F}" dt="2026-02-16T15:00:34.731" v="2181" actId="790"/>
          <ac:graphicFrameMkLst>
            <pc:docMk/>
            <pc:sldMk cId="473871986" sldId="293"/>
            <ac:graphicFrameMk id="53" creationId="{7EB17215-3702-4854-86F9-086DB8BCA17E}"/>
          </ac:graphicFrameMkLst>
        </pc:graphicFrameChg>
      </pc:sldChg>
      <pc:sldChg chg="modSp del mod">
        <pc:chgData name="Charlotte DOLIVEUX" userId="210dffe4-a34b-4327-bd8e-5d6e65d5e9ea" providerId="ADAL" clId="{1AAF22A4-850B-4318-97C9-13D67638478F}" dt="2026-02-16T15:32:55.839" v="3651" actId="47"/>
        <pc:sldMkLst>
          <pc:docMk/>
          <pc:sldMk cId="3084972071" sldId="294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3084972071" sldId="294"/>
            <ac:spMk id="4" creationId="{E259ECD5-0EAD-48D0-B30B-16305BC1062F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3084972071" sldId="294"/>
            <ac:spMk id="9" creationId="{873EDDDB-6509-4407-BA35-232AAF9F198D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3084972071" sldId="294"/>
            <ac:spMk id="10" creationId="{A33A061F-AC2A-4E3F-B448-DC6FEC307A53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3084972071" sldId="294"/>
            <ac:spMk id="12" creationId="{FAC81818-8260-4E49-9FCC-569FDE30B0B1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3084972071" sldId="294"/>
            <ac:spMk id="15" creationId="{4A477EE3-A17C-4158-91E8-03A401BE96CB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3084972071" sldId="294"/>
            <ac:spMk id="19" creationId="{A7907FC8-DAAF-4896-A2B1-C173BF2FAE69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3084972071" sldId="294"/>
            <ac:spMk id="24" creationId="{80E52477-0BA9-471B-B2C2-F1A03FCF188F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3084972071" sldId="294"/>
            <ac:spMk id="25" creationId="{70D1D022-03FA-47E6-8430-252C6D5B4C4E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3084972071" sldId="294"/>
            <ac:spMk id="34" creationId="{88989049-2208-43EB-A323-1B5374E0A2D0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3084972071" sldId="294"/>
            <ac:spMk id="56" creationId="{6E8FAB27-F000-4DFF-8595-B8ADBB6058E9}"/>
          </ac:spMkLst>
        </pc:spChg>
      </pc:sldChg>
      <pc:sldChg chg="modSp mod">
        <pc:chgData name="Charlotte DOLIVEUX" userId="210dffe4-a34b-4327-bd8e-5d6e65d5e9ea" providerId="ADAL" clId="{1AAF22A4-850B-4318-97C9-13D67638478F}" dt="2026-02-16T15:34:55.021" v="3774" actId="20577"/>
        <pc:sldMkLst>
          <pc:docMk/>
          <pc:sldMk cId="2483743032" sldId="295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483743032" sldId="295"/>
            <ac:spMk id="2" creationId="{75A0332C-AAD8-F8C8-7F87-7CCD482D76DC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483743032" sldId="295"/>
            <ac:spMk id="11" creationId="{E10826B3-E636-9E37-B280-93C438A01810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483743032" sldId="295"/>
            <ac:spMk id="12" creationId="{35ECD1DD-C2BC-E268-3EF7-AF474A9690CD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2483743032" sldId="295"/>
            <ac:spMk id="13" creationId="{2658646C-1E06-5CDC-3704-FBD4AF35F345}"/>
          </ac:spMkLst>
        </pc:spChg>
        <pc:graphicFrameChg chg="mod modGraphic">
          <ac:chgData name="Charlotte DOLIVEUX" userId="210dffe4-a34b-4327-bd8e-5d6e65d5e9ea" providerId="ADAL" clId="{1AAF22A4-850B-4318-97C9-13D67638478F}" dt="2026-02-16T15:34:55.021" v="3774" actId="20577"/>
          <ac:graphicFrameMkLst>
            <pc:docMk/>
            <pc:sldMk cId="2483743032" sldId="295"/>
            <ac:graphicFrameMk id="17" creationId="{1FF09875-277D-AD5B-941D-A4369F3925A7}"/>
          </ac:graphicFrameMkLst>
        </pc:graphicFrameChg>
      </pc:sldChg>
      <pc:sldChg chg="modSp mod">
        <pc:chgData name="Charlotte DOLIVEUX" userId="210dffe4-a34b-4327-bd8e-5d6e65d5e9ea" providerId="ADAL" clId="{1AAF22A4-850B-4318-97C9-13D67638478F}" dt="2026-02-16T15:26:39.405" v="3493" actId="1076"/>
        <pc:sldMkLst>
          <pc:docMk/>
          <pc:sldMk cId="3697284895" sldId="296"/>
        </pc:sldMkLst>
        <pc:spChg chg="mod">
          <ac:chgData name="Charlotte DOLIVEUX" userId="210dffe4-a34b-4327-bd8e-5d6e65d5e9ea" providerId="ADAL" clId="{1AAF22A4-850B-4318-97C9-13D67638478F}" dt="2026-02-16T15:23:40.426" v="3370" actId="20577"/>
          <ac:spMkLst>
            <pc:docMk/>
            <pc:sldMk cId="3697284895" sldId="296"/>
            <ac:spMk id="2" creationId="{FCBF6DB8-77B1-ADA4-B16D-FE7BBE04EBA4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3697284895" sldId="296"/>
            <ac:spMk id="3" creationId="{84FB41E1-68AB-4C3E-A995-331B60795AE2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3697284895" sldId="296"/>
            <ac:spMk id="4" creationId="{958AE2A0-87CD-6635-F70F-0A77B6B0C212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3697284895" sldId="296"/>
            <ac:spMk id="5" creationId="{F8E3580C-05DC-CD2D-4D91-7239065D9198}"/>
          </ac:spMkLst>
        </pc:spChg>
        <pc:spChg chg="mod">
          <ac:chgData name="Charlotte DOLIVEUX" userId="210dffe4-a34b-4327-bd8e-5d6e65d5e9ea" providerId="ADAL" clId="{1AAF22A4-850B-4318-97C9-13D67638478F}" dt="2026-02-16T15:26:39.405" v="3493" actId="1076"/>
          <ac:spMkLst>
            <pc:docMk/>
            <pc:sldMk cId="3697284895" sldId="296"/>
            <ac:spMk id="6" creationId="{7E6DE65D-B8E4-6359-FD77-9B96C1CF271C}"/>
          </ac:spMkLst>
        </pc:spChg>
      </pc:sldChg>
      <pc:sldChg chg="modSp add mod">
        <pc:chgData name="Charlotte DOLIVEUX" userId="210dffe4-a34b-4327-bd8e-5d6e65d5e9ea" providerId="ADAL" clId="{1AAF22A4-850B-4318-97C9-13D67638478F}" dt="2026-02-16T15:31:49.495" v="3640" actId="14100"/>
        <pc:sldMkLst>
          <pc:docMk/>
          <pc:sldMk cId="4096767122" sldId="297"/>
        </pc:sldMkLst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096767122" sldId="297"/>
            <ac:spMk id="2" creationId="{8B0B37B7-4290-2883-D739-816332896DA2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096767122" sldId="297"/>
            <ac:spMk id="11" creationId="{99936D5E-7220-D70B-8D83-13D067936F14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096767122" sldId="297"/>
            <ac:spMk id="12" creationId="{EF80188B-8E15-8F8B-34FB-3509B6475F97}"/>
          </ac:spMkLst>
        </pc:spChg>
        <pc:spChg chg="mod">
          <ac:chgData name="Charlotte DOLIVEUX" userId="210dffe4-a34b-4327-bd8e-5d6e65d5e9ea" providerId="ADAL" clId="{1AAF22A4-850B-4318-97C9-13D67638478F}" dt="2026-02-16T15:00:34.731" v="2181" actId="790"/>
          <ac:spMkLst>
            <pc:docMk/>
            <pc:sldMk cId="4096767122" sldId="297"/>
            <ac:spMk id="13" creationId="{297FB7D6-6646-E935-8DC1-B68C3FBB2ADE}"/>
          </ac:spMkLst>
        </pc:spChg>
        <pc:graphicFrameChg chg="mod modGraphic">
          <ac:chgData name="Charlotte DOLIVEUX" userId="210dffe4-a34b-4327-bd8e-5d6e65d5e9ea" providerId="ADAL" clId="{1AAF22A4-850B-4318-97C9-13D67638478F}" dt="2026-02-16T15:31:49.495" v="3640" actId="14100"/>
          <ac:graphicFrameMkLst>
            <pc:docMk/>
            <pc:sldMk cId="4096767122" sldId="297"/>
            <ac:graphicFrameMk id="17" creationId="{DE77F3DF-CC74-74F6-5872-04C4C3EF0721}"/>
          </ac:graphicFrameMkLst>
        </pc:graphicFrameChg>
      </pc:sldChg>
      <pc:sldChg chg="modSp add mod">
        <pc:chgData name="Charlotte DOLIVEUX" userId="210dffe4-a34b-4327-bd8e-5d6e65d5e9ea" providerId="ADAL" clId="{1AAF22A4-850B-4318-97C9-13D67638478F}" dt="2026-02-16T15:33:49.097" v="3701" actId="122"/>
        <pc:sldMkLst>
          <pc:docMk/>
          <pc:sldMk cId="4008044643" sldId="298"/>
        </pc:sldMkLst>
        <pc:spChg chg="mod">
          <ac:chgData name="Charlotte DOLIVEUX" userId="210dffe4-a34b-4327-bd8e-5d6e65d5e9ea" providerId="ADAL" clId="{1AAF22A4-850B-4318-97C9-13D67638478F}" dt="2026-02-16T15:33:33.848" v="3673" actId="20577"/>
          <ac:spMkLst>
            <pc:docMk/>
            <pc:sldMk cId="4008044643" sldId="298"/>
            <ac:spMk id="2" creationId="{7F4B0C33-A01B-3B4A-2538-F0541C333D0C}"/>
          </ac:spMkLst>
        </pc:spChg>
        <pc:spChg chg="mod">
          <ac:chgData name="Charlotte DOLIVEUX" userId="210dffe4-a34b-4327-bd8e-5d6e65d5e9ea" providerId="ADAL" clId="{1AAF22A4-850B-4318-97C9-13D67638478F}" dt="2026-02-16T15:33:49.097" v="3701" actId="122"/>
          <ac:spMkLst>
            <pc:docMk/>
            <pc:sldMk cId="4008044643" sldId="298"/>
            <ac:spMk id="6" creationId="{01228CF8-FFDB-DE8F-154B-99206E646185}"/>
          </ac:spMkLst>
        </pc:spChg>
      </pc:sldChg>
      <pc:sldMasterChg chg="delSldLayout">
        <pc:chgData name="Charlotte DOLIVEUX" userId="210dffe4-a34b-4327-bd8e-5d6e65d5e9ea" providerId="ADAL" clId="{1AAF22A4-850B-4318-97C9-13D67638478F}" dt="2026-02-16T15:32:53.303" v="3650" actId="47"/>
        <pc:sldMasterMkLst>
          <pc:docMk/>
          <pc:sldMasterMk cId="1928452137" sldId="2147483666"/>
        </pc:sldMasterMkLst>
        <pc:sldLayoutChg chg="del">
          <pc:chgData name="Charlotte DOLIVEUX" userId="210dffe4-a34b-4327-bd8e-5d6e65d5e9ea" providerId="ADAL" clId="{1AAF22A4-850B-4318-97C9-13D67638478F}" dt="2026-02-16T15:32:51.161" v="3648" actId="47"/>
          <pc:sldLayoutMkLst>
            <pc:docMk/>
            <pc:sldMasterMk cId="1928452137" sldId="2147483666"/>
            <pc:sldLayoutMk cId="4026250860" sldId="2147483685"/>
          </pc:sldLayoutMkLst>
        </pc:sldLayoutChg>
        <pc:sldLayoutChg chg="del">
          <pc:chgData name="Charlotte DOLIVEUX" userId="210dffe4-a34b-4327-bd8e-5d6e65d5e9ea" providerId="ADAL" clId="{1AAF22A4-850B-4318-97C9-13D67638478F}" dt="2026-02-16T15:32:53.303" v="3650" actId="47"/>
          <pc:sldLayoutMkLst>
            <pc:docMk/>
            <pc:sldMasterMk cId="1928452137" sldId="2147483666"/>
            <pc:sldLayoutMk cId="2290034707" sldId="2147483701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3013D1B-DF88-472C-8A8F-4BC871F28983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7ADCA8B-6558-4616-A18A-6176483B187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fr-FR" noProof="0" dirty="0"/>
            <a:t>Contexte​</a:t>
          </a:r>
        </a:p>
      </dgm:t>
    </dgm:pt>
    <dgm:pt modelId="{61D67277-9584-40F5-A0B5-E568A39A9997}" type="parTrans" cxnId="{096E3B11-4427-4C6D-8A7C-090E9FA9DEF1}">
      <dgm:prSet/>
      <dgm:spPr/>
      <dgm:t>
        <a:bodyPr/>
        <a:lstStyle/>
        <a:p>
          <a:endParaRPr lang="en-US"/>
        </a:p>
      </dgm:t>
    </dgm:pt>
    <dgm:pt modelId="{9865A5E6-12B4-4886-84DF-8336269FE9D4}" type="sibTrans" cxnId="{096E3B11-4427-4C6D-8A7C-090E9FA9DEF1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E1152792-7568-4D13-9D42-AAC97BEF250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fr-FR" sz="1300" noProof="0" dirty="0"/>
            <a:t>Le projet consiste à faire une analyse de la performance de « </a:t>
          </a:r>
          <a:r>
            <a:rPr lang="fr-FR" sz="1300" noProof="0" dirty="0" err="1"/>
            <a:t>TheLook</a:t>
          </a:r>
          <a:r>
            <a:rPr lang="fr-FR" sz="1300" noProof="0" dirty="0"/>
            <a:t> Europe », sur un périmètre précis et de comparer l’année 2024 à l’année 2023.</a:t>
          </a:r>
        </a:p>
      </dgm:t>
    </dgm:pt>
    <dgm:pt modelId="{03C9B191-291E-45F7-AC50-DCCF55B852F2}" type="parTrans" cxnId="{DF1D3734-5F2B-4E7B-AA33-700E23E870A3}">
      <dgm:prSet/>
      <dgm:spPr/>
      <dgm:t>
        <a:bodyPr/>
        <a:lstStyle/>
        <a:p>
          <a:endParaRPr lang="en-US"/>
        </a:p>
      </dgm:t>
    </dgm:pt>
    <dgm:pt modelId="{38EE40A1-D549-443D-BA86-EC65088EB077}" type="sibTrans" cxnId="{DF1D3734-5F2B-4E7B-AA33-700E23E870A3}">
      <dgm:prSet/>
      <dgm:spPr/>
      <dgm:t>
        <a:bodyPr/>
        <a:lstStyle/>
        <a:p>
          <a:endParaRPr lang="en-US"/>
        </a:p>
      </dgm:t>
    </dgm:pt>
    <dgm:pt modelId="{7E0C9005-03B2-4801-A98E-98C3BAC6275E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fr-FR" noProof="0" dirty="0"/>
            <a:t>Objectifs </a:t>
          </a:r>
        </a:p>
      </dgm:t>
    </dgm:pt>
    <dgm:pt modelId="{87B0AB9E-4BE8-464D-A135-23BFE22BE802}" type="parTrans" cxnId="{A9A5F3BA-CE99-4947-8DC2-B47F38E28F3A}">
      <dgm:prSet/>
      <dgm:spPr/>
      <dgm:t>
        <a:bodyPr/>
        <a:lstStyle/>
        <a:p>
          <a:endParaRPr lang="en-US"/>
        </a:p>
      </dgm:t>
    </dgm:pt>
    <dgm:pt modelId="{BC3BDE94-7F8F-4DD1-BF89-EECD768607B2}" type="sibTrans" cxnId="{A9A5F3BA-CE99-4947-8DC2-B47F38E28F3A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FF1588E8-AF4D-4D9B-B4DC-649D428429B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fr-FR" sz="1300" noProof="0" dirty="0"/>
            <a:t>Comprendre les dynamiques de :</a:t>
          </a:r>
        </a:p>
        <a:p>
          <a:pPr>
            <a:lnSpc>
              <a:spcPct val="100000"/>
            </a:lnSpc>
          </a:pPr>
          <a:r>
            <a:rPr lang="fr-FR" sz="1300" noProof="0" dirty="0"/>
            <a:t>- Chiffre d’affaires</a:t>
          </a:r>
        </a:p>
        <a:p>
          <a:pPr>
            <a:lnSpc>
              <a:spcPct val="100000"/>
            </a:lnSpc>
          </a:pPr>
          <a:r>
            <a:rPr lang="fr-FR" sz="1300" noProof="0" dirty="0"/>
            <a:t>- Marge</a:t>
          </a:r>
        </a:p>
        <a:p>
          <a:pPr>
            <a:lnSpc>
              <a:spcPct val="100000"/>
            </a:lnSpc>
          </a:pPr>
          <a:r>
            <a:rPr lang="fr-FR" sz="1300" noProof="0" dirty="0"/>
            <a:t>- Panier Moyen</a:t>
          </a:r>
        </a:p>
        <a:p>
          <a:pPr>
            <a:lnSpc>
              <a:spcPct val="100000"/>
            </a:lnSpc>
          </a:pPr>
          <a:r>
            <a:rPr lang="fr-FR" sz="1300" noProof="0" dirty="0"/>
            <a:t>- Taux de  retours </a:t>
          </a:r>
        </a:p>
        <a:p>
          <a:pPr>
            <a:lnSpc>
              <a:spcPct val="100000"/>
            </a:lnSpc>
          </a:pPr>
          <a:r>
            <a:rPr lang="fr-FR" sz="1300" noProof="0" dirty="0"/>
            <a:t>- Taux de réachat </a:t>
          </a:r>
        </a:p>
        <a:p>
          <a:pPr>
            <a:lnSpc>
              <a:spcPct val="100000"/>
            </a:lnSpc>
          </a:pPr>
          <a:r>
            <a:rPr lang="fr-FR" sz="1300" noProof="0" dirty="0"/>
            <a:t>puis restituer des enseignements clairs via un tableau de bord Power BI.</a:t>
          </a:r>
        </a:p>
      </dgm:t>
    </dgm:pt>
    <dgm:pt modelId="{ACC79437-A59C-4232-BA53-C80F6EDDB0A3}" type="parTrans" cxnId="{8847EE83-A7DC-473E-90B2-22187850CAAE}">
      <dgm:prSet/>
      <dgm:spPr/>
      <dgm:t>
        <a:bodyPr/>
        <a:lstStyle/>
        <a:p>
          <a:endParaRPr lang="en-US"/>
        </a:p>
      </dgm:t>
    </dgm:pt>
    <dgm:pt modelId="{83D56D50-3ED0-4EFC-B7E2-56382205F93E}" type="sibTrans" cxnId="{8847EE83-A7DC-473E-90B2-22187850CAAE}">
      <dgm:prSet/>
      <dgm:spPr/>
      <dgm:t>
        <a:bodyPr/>
        <a:lstStyle/>
        <a:p>
          <a:endParaRPr lang="en-US"/>
        </a:p>
      </dgm:t>
    </dgm:pt>
    <dgm:pt modelId="{5607AEA1-FC03-476E-9121-A1BD851A258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fr-FR" noProof="0" dirty="0"/>
            <a:t>Outils​</a:t>
          </a:r>
        </a:p>
      </dgm:t>
    </dgm:pt>
    <dgm:pt modelId="{43230924-F632-44CC-B7CE-6D1C31EC70D8}" type="parTrans" cxnId="{BB14DB29-920E-4B41-8475-3AE74B012348}">
      <dgm:prSet/>
      <dgm:spPr/>
      <dgm:t>
        <a:bodyPr/>
        <a:lstStyle/>
        <a:p>
          <a:endParaRPr lang="en-US"/>
        </a:p>
      </dgm:t>
    </dgm:pt>
    <dgm:pt modelId="{FC880DCC-A782-4637-9403-BBFCA5F8DF4B}" type="sibTrans" cxnId="{BB14DB29-920E-4B41-8475-3AE74B012348}">
      <dgm:prSet/>
      <dgm:spPr/>
      <dgm:t>
        <a:bodyPr/>
        <a:lstStyle/>
        <a:p>
          <a:endParaRPr lang="en-US"/>
        </a:p>
      </dgm:t>
    </dgm:pt>
    <dgm:pt modelId="{E95874DC-5493-4539-863A-48668D95E024}">
      <dgm:prSet custT="1"/>
      <dgm:spPr/>
      <dgm:t>
        <a:bodyPr/>
        <a:lstStyle/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r>
            <a:rPr lang="fr-FR" sz="1300" b="1" noProof="0" dirty="0"/>
            <a:t>- SQL (Big </a:t>
          </a:r>
          <a:r>
            <a:rPr lang="fr-FR" sz="1300" b="1" noProof="0" dirty="0" err="1"/>
            <a:t>Query</a:t>
          </a:r>
          <a:r>
            <a:rPr lang="fr-FR" sz="1300" b="1" noProof="0" dirty="0"/>
            <a:t>): </a:t>
          </a:r>
          <a:r>
            <a:rPr lang="fr-FR" sz="1300" noProof="0" dirty="0"/>
            <a:t>création d’une requête pour extraire </a:t>
          </a:r>
          <a:r>
            <a:rPr lang="fr-FR" sz="1300" i="1" noProof="0" dirty="0"/>
            <a:t>(reconstituer) </a:t>
          </a:r>
          <a:r>
            <a:rPr lang="fr-FR" sz="1300" i="0" noProof="0" dirty="0"/>
            <a:t>les données à analyser à parti de </a:t>
          </a:r>
          <a:r>
            <a:rPr lang="fr-FR" sz="1300" i="0" noProof="0" dirty="0" err="1"/>
            <a:t>bigquery</a:t>
          </a:r>
          <a:r>
            <a:rPr lang="fr-FR" sz="1300" i="0" noProof="0" dirty="0"/>
            <a:t>-public-data , et également des requêtes pour calculer les KPIs</a:t>
          </a:r>
        </a:p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r>
            <a:rPr lang="fr-FR" sz="1300" b="1" i="0" noProof="0" dirty="0"/>
            <a:t>- VS Code : </a:t>
          </a:r>
          <a:r>
            <a:rPr lang="fr-FR" sz="1300" i="0" noProof="0" dirty="0"/>
            <a:t>nettoyage des données, création des KPIs, visualisation, Story </a:t>
          </a:r>
          <a:r>
            <a:rPr lang="fr-FR" sz="1300" i="0" noProof="0" dirty="0" err="1"/>
            <a:t>Telling</a:t>
          </a:r>
          <a:endParaRPr lang="fr-FR" sz="1300" i="0" noProof="0" dirty="0"/>
        </a:p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r>
            <a:rPr lang="fr-FR" sz="1300" i="0" noProof="0" dirty="0"/>
            <a:t>Les KPIs seront testés dans VS Code mais aussi comparés avec les résultats obtenus dans Power BI</a:t>
          </a:r>
        </a:p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r>
            <a:rPr lang="fr-FR" sz="1300" b="1" i="0" noProof="0" dirty="0"/>
            <a:t>- Power BI : Outil de l’utilisateur final. </a:t>
          </a:r>
          <a:r>
            <a:rPr lang="fr-FR" sz="1300" b="0" i="0" noProof="0" dirty="0"/>
            <a:t>Dashboard présentant visuellement les KPIs, design adapté pour une utilisation intuitive. </a:t>
          </a:r>
        </a:p>
      </dgm:t>
    </dgm:pt>
    <dgm:pt modelId="{28F797B8-BF6F-4A26-BC7A-E32D14BA7573}" type="parTrans" cxnId="{7D74CBA3-678B-4F4B-8C4E-6477B1885D35}">
      <dgm:prSet/>
      <dgm:spPr/>
      <dgm:t>
        <a:bodyPr/>
        <a:lstStyle/>
        <a:p>
          <a:endParaRPr lang="en-US"/>
        </a:p>
      </dgm:t>
    </dgm:pt>
    <dgm:pt modelId="{C3201B78-4D4E-4753-82A8-566CF0605F5C}" type="sibTrans" cxnId="{7D74CBA3-678B-4F4B-8C4E-6477B1885D35}">
      <dgm:prSet/>
      <dgm:spPr/>
      <dgm:t>
        <a:bodyPr/>
        <a:lstStyle/>
        <a:p>
          <a:endParaRPr lang="en-US"/>
        </a:p>
      </dgm:t>
    </dgm:pt>
    <dgm:pt modelId="{F7BCF029-39A5-45AA-BD51-A49D33CC4CDA}" type="pres">
      <dgm:prSet presAssocID="{D3013D1B-DF88-472C-8A8F-4BC871F28983}" presName="Name0" presStyleCnt="0">
        <dgm:presLayoutVars>
          <dgm:dir/>
          <dgm:resizeHandles val="exact"/>
        </dgm:presLayoutVars>
      </dgm:prSet>
      <dgm:spPr/>
    </dgm:pt>
    <dgm:pt modelId="{55FDF973-06DB-4758-8A1F-9ED66005ABEA}" type="pres">
      <dgm:prSet presAssocID="{77ADCA8B-6558-4616-A18A-6176483B1874}" presName="compNode" presStyleCnt="0"/>
      <dgm:spPr/>
    </dgm:pt>
    <dgm:pt modelId="{1D6585A2-CD02-4110-AA7F-B1E8C872D517}" type="pres">
      <dgm:prSet presAssocID="{77ADCA8B-6558-4616-A18A-6176483B1874}" presName="pictRect" presStyleLbl="revTx" presStyleIdx="0" presStyleCnt="6">
        <dgm:presLayoutVars>
          <dgm:chMax val="0"/>
          <dgm:bulletEnabled/>
        </dgm:presLayoutVars>
      </dgm:prSet>
      <dgm:spPr/>
    </dgm:pt>
    <dgm:pt modelId="{7A652E23-3AFA-4580-9B0F-C8656EF1FB65}" type="pres">
      <dgm:prSet presAssocID="{77ADCA8B-6558-4616-A18A-6176483B1874}" presName="textRect" presStyleLbl="revTx" presStyleIdx="1" presStyleCnt="6">
        <dgm:presLayoutVars>
          <dgm:bulletEnabled/>
        </dgm:presLayoutVars>
      </dgm:prSet>
      <dgm:spPr/>
    </dgm:pt>
    <dgm:pt modelId="{EB3A58C3-ED1A-4D9F-A7B6-3F31AF50CEA7}" type="pres">
      <dgm:prSet presAssocID="{9865A5E6-12B4-4886-84DF-8336269FE9D4}" presName="sibTrans" presStyleLbl="sibTrans2D1" presStyleIdx="0" presStyleCnt="0"/>
      <dgm:spPr/>
    </dgm:pt>
    <dgm:pt modelId="{323EB6CF-EC4B-408F-8F4F-47F28621F253}" type="pres">
      <dgm:prSet presAssocID="{7E0C9005-03B2-4801-A98E-98C3BAC6275E}" presName="compNode" presStyleCnt="0"/>
      <dgm:spPr/>
    </dgm:pt>
    <dgm:pt modelId="{1B52891C-8E6D-4926-BD33-94475E604537}" type="pres">
      <dgm:prSet presAssocID="{7E0C9005-03B2-4801-A98E-98C3BAC6275E}" presName="pictRect" presStyleLbl="revTx" presStyleIdx="2" presStyleCnt="6">
        <dgm:presLayoutVars>
          <dgm:chMax val="0"/>
          <dgm:bulletEnabled/>
        </dgm:presLayoutVars>
      </dgm:prSet>
      <dgm:spPr/>
    </dgm:pt>
    <dgm:pt modelId="{4E21193C-B4F7-41F9-988F-ACB9A1B2B183}" type="pres">
      <dgm:prSet presAssocID="{7E0C9005-03B2-4801-A98E-98C3BAC6275E}" presName="textRect" presStyleLbl="revTx" presStyleIdx="3" presStyleCnt="6">
        <dgm:presLayoutVars>
          <dgm:bulletEnabled/>
        </dgm:presLayoutVars>
      </dgm:prSet>
      <dgm:spPr/>
    </dgm:pt>
    <dgm:pt modelId="{A21E4934-A19F-4ABA-86C1-592BF5E7AEF5}" type="pres">
      <dgm:prSet presAssocID="{BC3BDE94-7F8F-4DD1-BF89-EECD768607B2}" presName="sibTrans" presStyleLbl="sibTrans2D1" presStyleIdx="0" presStyleCnt="0"/>
      <dgm:spPr/>
    </dgm:pt>
    <dgm:pt modelId="{BFBA658F-CF23-42AD-9516-A16A5D19BE88}" type="pres">
      <dgm:prSet presAssocID="{5607AEA1-FC03-476E-9121-A1BD851A258C}" presName="compNode" presStyleCnt="0"/>
      <dgm:spPr/>
    </dgm:pt>
    <dgm:pt modelId="{003A52DA-CA50-4847-8D0D-0CAD51A35759}" type="pres">
      <dgm:prSet presAssocID="{5607AEA1-FC03-476E-9121-A1BD851A258C}" presName="pictRect" presStyleLbl="revTx" presStyleIdx="4" presStyleCnt="6">
        <dgm:presLayoutVars>
          <dgm:chMax val="0"/>
          <dgm:bulletEnabled/>
        </dgm:presLayoutVars>
      </dgm:prSet>
      <dgm:spPr/>
    </dgm:pt>
    <dgm:pt modelId="{C175783D-60A2-4A4E-8DC4-22B7459997C8}" type="pres">
      <dgm:prSet presAssocID="{5607AEA1-FC03-476E-9121-A1BD851A258C}" presName="textRect" presStyleLbl="revTx" presStyleIdx="5" presStyleCnt="6">
        <dgm:presLayoutVars>
          <dgm:bulletEnabled/>
        </dgm:presLayoutVars>
      </dgm:prSet>
      <dgm:spPr/>
    </dgm:pt>
  </dgm:ptLst>
  <dgm:cxnLst>
    <dgm:cxn modelId="{2B2E8301-A2B1-4A11-9FAD-D7F317260054}" type="presOf" srcId="{BC3BDE94-7F8F-4DD1-BF89-EECD768607B2}" destId="{A21E4934-A19F-4ABA-86C1-592BF5E7AEF5}" srcOrd="0" destOrd="0" presId="urn:microsoft.com/office/officeart/2024/3/layout/hArchList1"/>
    <dgm:cxn modelId="{B9F95310-408C-4ABE-9154-356353C12175}" type="presOf" srcId="{FF1588E8-AF4D-4D9B-B4DC-649D428429B4}" destId="{4E21193C-B4F7-41F9-988F-ACB9A1B2B183}" srcOrd="0" destOrd="0" presId="urn:microsoft.com/office/officeart/2024/3/layout/hArchList1"/>
    <dgm:cxn modelId="{096E3B11-4427-4C6D-8A7C-090E9FA9DEF1}" srcId="{D3013D1B-DF88-472C-8A8F-4BC871F28983}" destId="{77ADCA8B-6558-4616-A18A-6176483B1874}" srcOrd="0" destOrd="0" parTransId="{61D67277-9584-40F5-A0B5-E568A39A9997}" sibTransId="{9865A5E6-12B4-4886-84DF-8336269FE9D4}"/>
    <dgm:cxn modelId="{74762814-E60D-43DF-B227-72D70472516D}" type="presOf" srcId="{E95874DC-5493-4539-863A-48668D95E024}" destId="{C175783D-60A2-4A4E-8DC4-22B7459997C8}" srcOrd="0" destOrd="0" presId="urn:microsoft.com/office/officeart/2024/3/layout/hArchList1"/>
    <dgm:cxn modelId="{6C5E3A15-9349-4987-B566-4C1A1589FC39}" type="presOf" srcId="{9865A5E6-12B4-4886-84DF-8336269FE9D4}" destId="{EB3A58C3-ED1A-4D9F-A7B6-3F31AF50CEA7}" srcOrd="0" destOrd="0" presId="urn:microsoft.com/office/officeart/2024/3/layout/hArchList1"/>
    <dgm:cxn modelId="{A79A9F20-C2AB-436C-9F99-90E04C5F4F00}" type="presOf" srcId="{77ADCA8B-6558-4616-A18A-6176483B1874}" destId="{1D6585A2-CD02-4110-AA7F-B1E8C872D517}" srcOrd="0" destOrd="0" presId="urn:microsoft.com/office/officeart/2024/3/layout/hArchList1"/>
    <dgm:cxn modelId="{BB14DB29-920E-4B41-8475-3AE74B012348}" srcId="{D3013D1B-DF88-472C-8A8F-4BC871F28983}" destId="{5607AEA1-FC03-476E-9121-A1BD851A258C}" srcOrd="2" destOrd="0" parTransId="{43230924-F632-44CC-B7CE-6D1C31EC70D8}" sibTransId="{FC880DCC-A782-4637-9403-BBFCA5F8DF4B}"/>
    <dgm:cxn modelId="{13ED142A-8791-4ABF-B412-339A45600F77}" type="presOf" srcId="{E1152792-7568-4D13-9D42-AAC97BEF2505}" destId="{7A652E23-3AFA-4580-9B0F-C8656EF1FB65}" srcOrd="0" destOrd="0" presId="urn:microsoft.com/office/officeart/2024/3/layout/hArchList1"/>
    <dgm:cxn modelId="{DF1D3734-5F2B-4E7B-AA33-700E23E870A3}" srcId="{77ADCA8B-6558-4616-A18A-6176483B1874}" destId="{E1152792-7568-4D13-9D42-AAC97BEF2505}" srcOrd="0" destOrd="0" parTransId="{03C9B191-291E-45F7-AC50-DCCF55B852F2}" sibTransId="{38EE40A1-D549-443D-BA86-EC65088EB077}"/>
    <dgm:cxn modelId="{052B9360-597E-4A29-9B41-B55679CBDFEF}" type="presOf" srcId="{5607AEA1-FC03-476E-9121-A1BD851A258C}" destId="{003A52DA-CA50-4847-8D0D-0CAD51A35759}" srcOrd="0" destOrd="0" presId="urn:microsoft.com/office/officeart/2024/3/layout/hArchList1"/>
    <dgm:cxn modelId="{8847EE83-A7DC-473E-90B2-22187850CAAE}" srcId="{7E0C9005-03B2-4801-A98E-98C3BAC6275E}" destId="{FF1588E8-AF4D-4D9B-B4DC-649D428429B4}" srcOrd="0" destOrd="0" parTransId="{ACC79437-A59C-4232-BA53-C80F6EDDB0A3}" sibTransId="{83D56D50-3ED0-4EFC-B7E2-56382205F93E}"/>
    <dgm:cxn modelId="{7D74CBA3-678B-4F4B-8C4E-6477B1885D35}" srcId="{5607AEA1-FC03-476E-9121-A1BD851A258C}" destId="{E95874DC-5493-4539-863A-48668D95E024}" srcOrd="0" destOrd="0" parTransId="{28F797B8-BF6F-4A26-BC7A-E32D14BA7573}" sibTransId="{C3201B78-4D4E-4753-82A8-566CF0605F5C}"/>
    <dgm:cxn modelId="{A9A5F3BA-CE99-4947-8DC2-B47F38E28F3A}" srcId="{D3013D1B-DF88-472C-8A8F-4BC871F28983}" destId="{7E0C9005-03B2-4801-A98E-98C3BAC6275E}" srcOrd="1" destOrd="0" parTransId="{87B0AB9E-4BE8-464D-A135-23BFE22BE802}" sibTransId="{BC3BDE94-7F8F-4DD1-BF89-EECD768607B2}"/>
    <dgm:cxn modelId="{6E391BC3-07AF-4713-9503-9588329C9B87}" type="presOf" srcId="{D3013D1B-DF88-472C-8A8F-4BC871F28983}" destId="{F7BCF029-39A5-45AA-BD51-A49D33CC4CDA}" srcOrd="0" destOrd="0" presId="urn:microsoft.com/office/officeart/2024/3/layout/hArchList1"/>
    <dgm:cxn modelId="{E51120E8-612D-43E1-AA7A-895F902C5483}" type="presOf" srcId="{7E0C9005-03B2-4801-A98E-98C3BAC6275E}" destId="{1B52891C-8E6D-4926-BD33-94475E604537}" srcOrd="0" destOrd="0" presId="urn:microsoft.com/office/officeart/2024/3/layout/hArchList1"/>
    <dgm:cxn modelId="{7D006B34-FF98-4DC3-A76F-9A2F2F150ED9}" type="presParOf" srcId="{F7BCF029-39A5-45AA-BD51-A49D33CC4CDA}" destId="{55FDF973-06DB-4758-8A1F-9ED66005ABEA}" srcOrd="0" destOrd="0" presId="urn:microsoft.com/office/officeart/2024/3/layout/hArchList1"/>
    <dgm:cxn modelId="{B4206387-B77E-402F-B306-01DDCEDD0E32}" type="presParOf" srcId="{55FDF973-06DB-4758-8A1F-9ED66005ABEA}" destId="{1D6585A2-CD02-4110-AA7F-B1E8C872D517}" srcOrd="0" destOrd="0" presId="urn:microsoft.com/office/officeart/2024/3/layout/hArchList1"/>
    <dgm:cxn modelId="{09A0AB51-B49D-4DB5-9CC9-70DBBDB63716}" type="presParOf" srcId="{55FDF973-06DB-4758-8A1F-9ED66005ABEA}" destId="{7A652E23-3AFA-4580-9B0F-C8656EF1FB65}" srcOrd="1" destOrd="0" presId="urn:microsoft.com/office/officeart/2024/3/layout/hArchList1"/>
    <dgm:cxn modelId="{A08AEA5E-65D8-4F44-8606-9821746C41C8}" type="presParOf" srcId="{F7BCF029-39A5-45AA-BD51-A49D33CC4CDA}" destId="{EB3A58C3-ED1A-4D9F-A7B6-3F31AF50CEA7}" srcOrd="1" destOrd="0" presId="urn:microsoft.com/office/officeart/2024/3/layout/hArchList1"/>
    <dgm:cxn modelId="{55850D73-D899-40A2-ADE8-467084AD0AC3}" type="presParOf" srcId="{F7BCF029-39A5-45AA-BD51-A49D33CC4CDA}" destId="{323EB6CF-EC4B-408F-8F4F-47F28621F253}" srcOrd="2" destOrd="0" presId="urn:microsoft.com/office/officeart/2024/3/layout/hArchList1"/>
    <dgm:cxn modelId="{4366698F-D0A7-43B1-BEE5-717FFD749C82}" type="presParOf" srcId="{323EB6CF-EC4B-408F-8F4F-47F28621F253}" destId="{1B52891C-8E6D-4926-BD33-94475E604537}" srcOrd="0" destOrd="0" presId="urn:microsoft.com/office/officeart/2024/3/layout/hArchList1"/>
    <dgm:cxn modelId="{11E317D5-6359-46CF-BEEF-FC9C7E04CD26}" type="presParOf" srcId="{323EB6CF-EC4B-408F-8F4F-47F28621F253}" destId="{4E21193C-B4F7-41F9-988F-ACB9A1B2B183}" srcOrd="1" destOrd="0" presId="urn:microsoft.com/office/officeart/2024/3/layout/hArchList1"/>
    <dgm:cxn modelId="{E2769D09-9384-4C2D-9D52-E17FD563B2AD}" type="presParOf" srcId="{F7BCF029-39A5-45AA-BD51-A49D33CC4CDA}" destId="{A21E4934-A19F-4ABA-86C1-592BF5E7AEF5}" srcOrd="3" destOrd="0" presId="urn:microsoft.com/office/officeart/2024/3/layout/hArchList1"/>
    <dgm:cxn modelId="{B1C57672-8913-464B-904B-CE84306ED6B5}" type="presParOf" srcId="{F7BCF029-39A5-45AA-BD51-A49D33CC4CDA}" destId="{BFBA658F-CF23-42AD-9516-A16A5D19BE88}" srcOrd="4" destOrd="0" presId="urn:microsoft.com/office/officeart/2024/3/layout/hArchList1"/>
    <dgm:cxn modelId="{602262A0-4134-4469-B375-606F40A93FD2}" type="presParOf" srcId="{BFBA658F-CF23-42AD-9516-A16A5D19BE88}" destId="{003A52DA-CA50-4847-8D0D-0CAD51A35759}" srcOrd="0" destOrd="0" presId="urn:microsoft.com/office/officeart/2024/3/layout/hArchList1"/>
    <dgm:cxn modelId="{FFD8AF09-F9BD-478E-8058-613B1B1F3613}" type="presParOf" srcId="{BFBA658F-CF23-42AD-9516-A16A5D19BE88}" destId="{C175783D-60A2-4A4E-8DC4-22B7459997C8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3013D1B-DF88-472C-8A8F-4BC871F28983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7ADCA8B-6558-4616-A18A-6176483B187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fr-FR" noProof="0" dirty="0"/>
            <a:t>1. SQL​</a:t>
          </a:r>
        </a:p>
      </dgm:t>
    </dgm:pt>
    <dgm:pt modelId="{61D67277-9584-40F5-A0B5-E568A39A9997}" type="parTrans" cxnId="{096E3B11-4427-4C6D-8A7C-090E9FA9DEF1}">
      <dgm:prSet/>
      <dgm:spPr/>
      <dgm:t>
        <a:bodyPr/>
        <a:lstStyle/>
        <a:p>
          <a:endParaRPr lang="en-US"/>
        </a:p>
      </dgm:t>
    </dgm:pt>
    <dgm:pt modelId="{9865A5E6-12B4-4886-84DF-8336269FE9D4}" type="sibTrans" cxnId="{096E3B11-4427-4C6D-8A7C-090E9FA9DEF1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E1152792-7568-4D13-9D42-AAC97BEF2505}">
      <dgm:prSet/>
      <dgm:spPr/>
      <dgm:t>
        <a:bodyPr/>
        <a:lstStyle/>
        <a:p>
          <a:pPr>
            <a:lnSpc>
              <a:spcPct val="100000"/>
            </a:lnSpc>
          </a:pPr>
          <a:r>
            <a:rPr lang="fr-FR" noProof="0" dirty="0"/>
            <a:t>- Création d’une requête qui reconstruit le fichier « thelook_fr_women_2023_2024.csv »</a:t>
          </a:r>
        </a:p>
        <a:p>
          <a:pPr>
            <a:lnSpc>
              <a:spcPct val="100000"/>
            </a:lnSpc>
          </a:pPr>
          <a:r>
            <a:rPr lang="fr-FR" noProof="0" dirty="0"/>
            <a:t>- Extraction du résultat et enregistrement dans le </a:t>
          </a:r>
          <a:r>
            <a:rPr lang="fr-FR" noProof="0" dirty="0" err="1"/>
            <a:t>dataset</a:t>
          </a:r>
          <a:r>
            <a:rPr lang="fr-FR" noProof="0" dirty="0"/>
            <a:t> : “</a:t>
          </a:r>
          <a:r>
            <a:rPr lang="fr-FR" noProof="0" dirty="0" err="1"/>
            <a:t>ma_table</a:t>
          </a:r>
          <a:r>
            <a:rPr lang="fr-FR" noProof="0" dirty="0"/>
            <a:t>”</a:t>
          </a:r>
        </a:p>
        <a:p>
          <a:pPr>
            <a:lnSpc>
              <a:spcPct val="100000"/>
            </a:lnSpc>
          </a:pPr>
          <a:r>
            <a:rPr lang="fr-FR" noProof="0" dirty="0"/>
            <a:t>- Création de deux requêtes par KPI : une requête à partir de « </a:t>
          </a:r>
          <a:r>
            <a:rPr lang="fr-FR" noProof="0" dirty="0" err="1"/>
            <a:t>ma_table</a:t>
          </a:r>
          <a:r>
            <a:rPr lang="fr-FR" noProof="0" dirty="0"/>
            <a:t> » et une requête à partir de la source (</a:t>
          </a:r>
          <a:r>
            <a:rPr lang="fr-FR" i="0" noProof="0" dirty="0" err="1"/>
            <a:t>bigquery</a:t>
          </a:r>
          <a:r>
            <a:rPr lang="fr-FR" i="0" noProof="0" dirty="0"/>
            <a:t>-public-data) pour cross-validation des données </a:t>
          </a:r>
          <a:r>
            <a:rPr lang="fr-FR" b="1" dirty="0">
              <a:solidFill>
                <a:srgbClr val="00B050"/>
              </a:solidFill>
              <a:latin typeface="Lato" panose="020F0502020204030203" pitchFamily="34" charset="0"/>
            </a:rPr>
            <a:t>√</a:t>
          </a:r>
          <a:endParaRPr lang="fr-FR" i="0" noProof="0" dirty="0"/>
        </a:p>
        <a:p>
          <a:pPr>
            <a:lnSpc>
              <a:spcPct val="100000"/>
            </a:lnSpc>
          </a:pPr>
          <a:r>
            <a:rPr lang="fr-FR" i="0" noProof="0" dirty="0"/>
            <a:t>- Création d’un notebook dans Google Cloud pour tester les fonctions KPIs de Python sur les données SQL </a:t>
          </a:r>
          <a:r>
            <a:rPr lang="fr-FR" i="1" noProof="0" dirty="0"/>
            <a:t>(</a:t>
          </a:r>
          <a:r>
            <a:rPr lang="fr-FR" i="1" noProof="0" dirty="0" err="1"/>
            <a:t>cf</a:t>
          </a:r>
          <a:r>
            <a:rPr lang="fr-FR" i="1" noProof="0" dirty="0"/>
            <a:t> section « Problématiques &amp; Hypothèses ») </a:t>
          </a:r>
          <a:r>
            <a:rPr lang="fr-FR" b="1" dirty="0">
              <a:solidFill>
                <a:srgbClr val="00B050"/>
              </a:solidFill>
              <a:latin typeface="Lato" panose="020F0502020204030203" pitchFamily="34" charset="0"/>
            </a:rPr>
            <a:t>√</a:t>
          </a:r>
          <a:endParaRPr lang="fr-FR" i="1" noProof="0" dirty="0"/>
        </a:p>
      </dgm:t>
    </dgm:pt>
    <dgm:pt modelId="{03C9B191-291E-45F7-AC50-DCCF55B852F2}" type="parTrans" cxnId="{DF1D3734-5F2B-4E7B-AA33-700E23E870A3}">
      <dgm:prSet/>
      <dgm:spPr/>
      <dgm:t>
        <a:bodyPr/>
        <a:lstStyle/>
        <a:p>
          <a:endParaRPr lang="en-US"/>
        </a:p>
      </dgm:t>
    </dgm:pt>
    <dgm:pt modelId="{38EE40A1-D549-443D-BA86-EC65088EB077}" type="sibTrans" cxnId="{DF1D3734-5F2B-4E7B-AA33-700E23E870A3}">
      <dgm:prSet/>
      <dgm:spPr/>
      <dgm:t>
        <a:bodyPr/>
        <a:lstStyle/>
        <a:p>
          <a:endParaRPr lang="en-US"/>
        </a:p>
      </dgm:t>
    </dgm:pt>
    <dgm:pt modelId="{7E0C9005-03B2-4801-A98E-98C3BAC6275E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fr-FR" noProof="0" dirty="0"/>
            <a:t>2. VS CODE </a:t>
          </a:r>
        </a:p>
      </dgm:t>
    </dgm:pt>
    <dgm:pt modelId="{87B0AB9E-4BE8-464D-A135-23BFE22BE802}" type="parTrans" cxnId="{A9A5F3BA-CE99-4947-8DC2-B47F38E28F3A}">
      <dgm:prSet/>
      <dgm:spPr/>
      <dgm:t>
        <a:bodyPr/>
        <a:lstStyle/>
        <a:p>
          <a:endParaRPr lang="en-US"/>
        </a:p>
      </dgm:t>
    </dgm:pt>
    <dgm:pt modelId="{BC3BDE94-7F8F-4DD1-BF89-EECD768607B2}" type="sibTrans" cxnId="{A9A5F3BA-CE99-4947-8DC2-B47F38E28F3A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FF1588E8-AF4D-4D9B-B4DC-649D428429B4}">
      <dgm:prSet/>
      <dgm:spPr/>
      <dgm:t>
        <a:bodyPr/>
        <a:lstStyle/>
        <a:p>
          <a:pPr>
            <a:lnSpc>
              <a:spcPct val="100000"/>
            </a:lnSpc>
          </a:pPr>
          <a:r>
            <a:rPr lang="fr-FR" noProof="0" dirty="0"/>
            <a:t>- Nettoyage des données (Notebook principal)</a:t>
          </a:r>
        </a:p>
        <a:p>
          <a:pPr>
            <a:lnSpc>
              <a:spcPct val="100000"/>
            </a:lnSpc>
          </a:pPr>
          <a:r>
            <a:rPr lang="fr-FR" noProof="0" dirty="0"/>
            <a:t>- Création des fonctions (Script) pour définir les KPIs. Par défaut, les fonctions ont été construites le plus largement possible </a:t>
          </a:r>
          <a:r>
            <a:rPr lang="fr-FR" i="1" noProof="0" dirty="0"/>
            <a:t>(</a:t>
          </a:r>
          <a:r>
            <a:rPr lang="fr-FR" i="1" noProof="0" dirty="0" err="1"/>
            <a:t>eg</a:t>
          </a:r>
          <a:r>
            <a:rPr lang="fr-FR" i="1" noProof="0" dirty="0"/>
            <a:t>: pas de restriction d’office sur le statut de la commande)</a:t>
          </a:r>
        </a:p>
        <a:p>
          <a:pPr>
            <a:lnSpc>
              <a:spcPct val="100000"/>
            </a:lnSpc>
          </a:pPr>
          <a:r>
            <a:rPr lang="fr-FR" noProof="0" dirty="0"/>
            <a:t>- Test des fonctions sur un échantillon de données (Notebook dédié)</a:t>
          </a:r>
        </a:p>
        <a:p>
          <a:pPr>
            <a:lnSpc>
              <a:spcPct val="100000"/>
            </a:lnSpc>
          </a:pPr>
          <a:r>
            <a:rPr lang="fr-FR" noProof="0" dirty="0"/>
            <a:t>- Création des visuels (Notebook principal)</a:t>
          </a:r>
        </a:p>
        <a:p>
          <a:pPr>
            <a:lnSpc>
              <a:spcPct val="100000"/>
            </a:lnSpc>
          </a:pPr>
          <a:r>
            <a:rPr lang="fr-FR" noProof="0" dirty="0"/>
            <a:t>- Analyse &amp; Story </a:t>
          </a:r>
          <a:r>
            <a:rPr lang="fr-FR" noProof="0" dirty="0" err="1"/>
            <a:t>Telling</a:t>
          </a:r>
          <a:r>
            <a:rPr lang="fr-FR" noProof="0" dirty="0"/>
            <a:t> (Notebook principal)</a:t>
          </a:r>
        </a:p>
        <a:p>
          <a:pPr>
            <a:lnSpc>
              <a:spcPct val="100000"/>
            </a:lnSpc>
          </a:pPr>
          <a:r>
            <a:rPr lang="fr-FR" i="1" noProof="0" dirty="0"/>
            <a:t>- </a:t>
          </a:r>
          <a:r>
            <a:rPr lang="fr-FR" i="1" noProof="0" dirty="0" err="1"/>
            <a:t>Elements</a:t>
          </a:r>
          <a:r>
            <a:rPr lang="fr-FR" b="0" i="1" noProof="0" dirty="0"/>
            <a:t> standards : </a:t>
          </a:r>
          <a:r>
            <a:rPr lang="fr-FR" b="0" i="1" noProof="0" dirty="0" err="1"/>
            <a:t>Gitignore</a:t>
          </a:r>
          <a:r>
            <a:rPr lang="fr-FR" b="0" i="1" noProof="0" dirty="0"/>
            <a:t>, </a:t>
          </a:r>
          <a:r>
            <a:rPr lang="fr-FR" b="0" i="1" noProof="0" dirty="0" err="1"/>
            <a:t>requirements</a:t>
          </a:r>
          <a:r>
            <a:rPr lang="fr-FR" b="0" i="1" noProof="0" dirty="0"/>
            <a:t>, README</a:t>
          </a:r>
        </a:p>
      </dgm:t>
    </dgm:pt>
    <dgm:pt modelId="{ACC79437-A59C-4232-BA53-C80F6EDDB0A3}" type="parTrans" cxnId="{8847EE83-A7DC-473E-90B2-22187850CAAE}">
      <dgm:prSet/>
      <dgm:spPr/>
      <dgm:t>
        <a:bodyPr/>
        <a:lstStyle/>
        <a:p>
          <a:endParaRPr lang="en-US"/>
        </a:p>
      </dgm:t>
    </dgm:pt>
    <dgm:pt modelId="{83D56D50-3ED0-4EFC-B7E2-56382205F93E}" type="sibTrans" cxnId="{8847EE83-A7DC-473E-90B2-22187850CAAE}">
      <dgm:prSet/>
      <dgm:spPr/>
      <dgm:t>
        <a:bodyPr/>
        <a:lstStyle/>
        <a:p>
          <a:endParaRPr lang="en-US"/>
        </a:p>
      </dgm:t>
    </dgm:pt>
    <dgm:pt modelId="{5607AEA1-FC03-476E-9121-A1BD851A258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fr-FR" noProof="0" dirty="0"/>
            <a:t>3. POWER BI​</a:t>
          </a:r>
        </a:p>
      </dgm:t>
    </dgm:pt>
    <dgm:pt modelId="{43230924-F632-44CC-B7CE-6D1C31EC70D8}" type="parTrans" cxnId="{BB14DB29-920E-4B41-8475-3AE74B012348}">
      <dgm:prSet/>
      <dgm:spPr/>
      <dgm:t>
        <a:bodyPr/>
        <a:lstStyle/>
        <a:p>
          <a:endParaRPr lang="en-US"/>
        </a:p>
      </dgm:t>
    </dgm:pt>
    <dgm:pt modelId="{FC880DCC-A782-4637-9403-BBFCA5F8DF4B}" type="sibTrans" cxnId="{BB14DB29-920E-4B41-8475-3AE74B012348}">
      <dgm:prSet/>
      <dgm:spPr/>
      <dgm:t>
        <a:bodyPr/>
        <a:lstStyle/>
        <a:p>
          <a:endParaRPr lang="en-US"/>
        </a:p>
      </dgm:t>
    </dgm:pt>
    <dgm:pt modelId="{E95874DC-5493-4539-863A-48668D95E024}">
      <dgm:prSet/>
      <dgm:spPr/>
      <dgm:t>
        <a:bodyPr/>
        <a:lstStyle/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r>
            <a:rPr lang="fr-FR" b="0" noProof="0" dirty="0"/>
            <a:t>- Import du fichier csv &amp; création des tables : Clients, Produits, Ventes.</a:t>
          </a:r>
        </a:p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r>
            <a:rPr lang="fr-FR" b="0" noProof="0" dirty="0"/>
            <a:t>- Création d’une table Calendrier </a:t>
          </a:r>
          <a:r>
            <a:rPr lang="fr-FR" b="0" i="1" noProof="0" dirty="0"/>
            <a:t>(dimension sélectionnée cohérente avec la requête SQL)</a:t>
          </a:r>
        </a:p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r>
            <a:rPr lang="fr-FR" b="0" noProof="0" dirty="0"/>
            <a:t>- Création d’une table de mesure (KPIs), création de tables permettant une optimisation des filtres (CA vs Marge, Brand VS </a:t>
          </a:r>
          <a:r>
            <a:rPr lang="fr-FR" b="0" noProof="0" dirty="0" err="1"/>
            <a:t>Region</a:t>
          </a:r>
          <a:r>
            <a:rPr lang="fr-FR" b="0" noProof="0" dirty="0"/>
            <a:t>)</a:t>
          </a:r>
          <a:endParaRPr lang="fr-FR" b="0" i="1" noProof="0" dirty="0"/>
        </a:p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r>
            <a:rPr lang="fr-FR" b="0" i="1" noProof="0" dirty="0"/>
            <a:t>- </a:t>
          </a:r>
          <a:r>
            <a:rPr lang="fr-FR" b="0" i="0" noProof="0" dirty="0"/>
            <a:t>Visuels : une page de synthèse + 4 pages permettant à l’utilisateur d’aller dans le détail</a:t>
          </a:r>
        </a:p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r>
            <a:rPr lang="fr-FR" b="0" i="0" noProof="0" dirty="0"/>
            <a:t>- Ergonomie : le </a:t>
          </a:r>
          <a:r>
            <a:rPr lang="fr-FR" b="0" i="0" noProof="0" dirty="0" err="1"/>
            <a:t>dashboard</a:t>
          </a:r>
          <a:r>
            <a:rPr lang="fr-FR" b="0" i="0" noProof="0" dirty="0"/>
            <a:t> a été pensé pour une expérience utilisateur optimale : sélection des années / filtres, visuels dynamiques</a:t>
          </a:r>
        </a:p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r>
            <a:rPr lang="fr-FR" b="0" i="0" noProof="0" dirty="0"/>
            <a:t>- Comparaison des résultats avec les KPIs / visuels de Python </a:t>
          </a:r>
          <a:r>
            <a:rPr lang="fr-FR" b="1" dirty="0">
              <a:solidFill>
                <a:srgbClr val="00B050"/>
              </a:solidFill>
              <a:latin typeface="Lato" panose="020F0502020204030203" pitchFamily="34" charset="0"/>
            </a:rPr>
            <a:t>√ </a:t>
          </a:r>
          <a:endParaRPr lang="fr-FR" b="0" i="0" noProof="0" dirty="0"/>
        </a:p>
      </dgm:t>
    </dgm:pt>
    <dgm:pt modelId="{28F797B8-BF6F-4A26-BC7A-E32D14BA7573}" type="parTrans" cxnId="{7D74CBA3-678B-4F4B-8C4E-6477B1885D35}">
      <dgm:prSet/>
      <dgm:spPr/>
      <dgm:t>
        <a:bodyPr/>
        <a:lstStyle/>
        <a:p>
          <a:endParaRPr lang="en-US"/>
        </a:p>
      </dgm:t>
    </dgm:pt>
    <dgm:pt modelId="{C3201B78-4D4E-4753-82A8-566CF0605F5C}" type="sibTrans" cxnId="{7D74CBA3-678B-4F4B-8C4E-6477B1885D35}">
      <dgm:prSet/>
      <dgm:spPr/>
      <dgm:t>
        <a:bodyPr/>
        <a:lstStyle/>
        <a:p>
          <a:endParaRPr lang="en-US"/>
        </a:p>
      </dgm:t>
    </dgm:pt>
    <dgm:pt modelId="{F7BCF029-39A5-45AA-BD51-A49D33CC4CDA}" type="pres">
      <dgm:prSet presAssocID="{D3013D1B-DF88-472C-8A8F-4BC871F28983}" presName="Name0" presStyleCnt="0">
        <dgm:presLayoutVars>
          <dgm:dir/>
          <dgm:resizeHandles val="exact"/>
        </dgm:presLayoutVars>
      </dgm:prSet>
      <dgm:spPr/>
    </dgm:pt>
    <dgm:pt modelId="{55FDF973-06DB-4758-8A1F-9ED66005ABEA}" type="pres">
      <dgm:prSet presAssocID="{77ADCA8B-6558-4616-A18A-6176483B1874}" presName="compNode" presStyleCnt="0"/>
      <dgm:spPr/>
    </dgm:pt>
    <dgm:pt modelId="{1D6585A2-CD02-4110-AA7F-B1E8C872D517}" type="pres">
      <dgm:prSet presAssocID="{77ADCA8B-6558-4616-A18A-6176483B1874}" presName="pictRect" presStyleLbl="revTx" presStyleIdx="0" presStyleCnt="6">
        <dgm:presLayoutVars>
          <dgm:chMax val="0"/>
          <dgm:bulletEnabled/>
        </dgm:presLayoutVars>
      </dgm:prSet>
      <dgm:spPr/>
    </dgm:pt>
    <dgm:pt modelId="{7A652E23-3AFA-4580-9B0F-C8656EF1FB65}" type="pres">
      <dgm:prSet presAssocID="{77ADCA8B-6558-4616-A18A-6176483B1874}" presName="textRect" presStyleLbl="revTx" presStyleIdx="1" presStyleCnt="6">
        <dgm:presLayoutVars>
          <dgm:bulletEnabled/>
        </dgm:presLayoutVars>
      </dgm:prSet>
      <dgm:spPr/>
    </dgm:pt>
    <dgm:pt modelId="{EB3A58C3-ED1A-4D9F-A7B6-3F31AF50CEA7}" type="pres">
      <dgm:prSet presAssocID="{9865A5E6-12B4-4886-84DF-8336269FE9D4}" presName="sibTrans" presStyleLbl="sibTrans2D1" presStyleIdx="0" presStyleCnt="0"/>
      <dgm:spPr/>
    </dgm:pt>
    <dgm:pt modelId="{323EB6CF-EC4B-408F-8F4F-47F28621F253}" type="pres">
      <dgm:prSet presAssocID="{7E0C9005-03B2-4801-A98E-98C3BAC6275E}" presName="compNode" presStyleCnt="0"/>
      <dgm:spPr/>
    </dgm:pt>
    <dgm:pt modelId="{1B52891C-8E6D-4926-BD33-94475E604537}" type="pres">
      <dgm:prSet presAssocID="{7E0C9005-03B2-4801-A98E-98C3BAC6275E}" presName="pictRect" presStyleLbl="revTx" presStyleIdx="2" presStyleCnt="6">
        <dgm:presLayoutVars>
          <dgm:chMax val="0"/>
          <dgm:bulletEnabled/>
        </dgm:presLayoutVars>
      </dgm:prSet>
      <dgm:spPr/>
    </dgm:pt>
    <dgm:pt modelId="{4E21193C-B4F7-41F9-988F-ACB9A1B2B183}" type="pres">
      <dgm:prSet presAssocID="{7E0C9005-03B2-4801-A98E-98C3BAC6275E}" presName="textRect" presStyleLbl="revTx" presStyleIdx="3" presStyleCnt="6">
        <dgm:presLayoutVars>
          <dgm:bulletEnabled/>
        </dgm:presLayoutVars>
      </dgm:prSet>
      <dgm:spPr/>
    </dgm:pt>
    <dgm:pt modelId="{A21E4934-A19F-4ABA-86C1-592BF5E7AEF5}" type="pres">
      <dgm:prSet presAssocID="{BC3BDE94-7F8F-4DD1-BF89-EECD768607B2}" presName="sibTrans" presStyleLbl="sibTrans2D1" presStyleIdx="0" presStyleCnt="0"/>
      <dgm:spPr/>
    </dgm:pt>
    <dgm:pt modelId="{BFBA658F-CF23-42AD-9516-A16A5D19BE88}" type="pres">
      <dgm:prSet presAssocID="{5607AEA1-FC03-476E-9121-A1BD851A258C}" presName="compNode" presStyleCnt="0"/>
      <dgm:spPr/>
    </dgm:pt>
    <dgm:pt modelId="{003A52DA-CA50-4847-8D0D-0CAD51A35759}" type="pres">
      <dgm:prSet presAssocID="{5607AEA1-FC03-476E-9121-A1BD851A258C}" presName="pictRect" presStyleLbl="revTx" presStyleIdx="4" presStyleCnt="6">
        <dgm:presLayoutVars>
          <dgm:chMax val="0"/>
          <dgm:bulletEnabled/>
        </dgm:presLayoutVars>
      </dgm:prSet>
      <dgm:spPr/>
    </dgm:pt>
    <dgm:pt modelId="{C175783D-60A2-4A4E-8DC4-22B7459997C8}" type="pres">
      <dgm:prSet presAssocID="{5607AEA1-FC03-476E-9121-A1BD851A258C}" presName="textRect" presStyleLbl="revTx" presStyleIdx="5" presStyleCnt="6">
        <dgm:presLayoutVars>
          <dgm:bulletEnabled/>
        </dgm:presLayoutVars>
      </dgm:prSet>
      <dgm:spPr/>
    </dgm:pt>
  </dgm:ptLst>
  <dgm:cxnLst>
    <dgm:cxn modelId="{2B2E8301-A2B1-4A11-9FAD-D7F317260054}" type="presOf" srcId="{BC3BDE94-7F8F-4DD1-BF89-EECD768607B2}" destId="{A21E4934-A19F-4ABA-86C1-592BF5E7AEF5}" srcOrd="0" destOrd="0" presId="urn:microsoft.com/office/officeart/2024/3/layout/hArchList1"/>
    <dgm:cxn modelId="{B9F95310-408C-4ABE-9154-356353C12175}" type="presOf" srcId="{FF1588E8-AF4D-4D9B-B4DC-649D428429B4}" destId="{4E21193C-B4F7-41F9-988F-ACB9A1B2B183}" srcOrd="0" destOrd="0" presId="urn:microsoft.com/office/officeart/2024/3/layout/hArchList1"/>
    <dgm:cxn modelId="{096E3B11-4427-4C6D-8A7C-090E9FA9DEF1}" srcId="{D3013D1B-DF88-472C-8A8F-4BC871F28983}" destId="{77ADCA8B-6558-4616-A18A-6176483B1874}" srcOrd="0" destOrd="0" parTransId="{61D67277-9584-40F5-A0B5-E568A39A9997}" sibTransId="{9865A5E6-12B4-4886-84DF-8336269FE9D4}"/>
    <dgm:cxn modelId="{74762814-E60D-43DF-B227-72D70472516D}" type="presOf" srcId="{E95874DC-5493-4539-863A-48668D95E024}" destId="{C175783D-60A2-4A4E-8DC4-22B7459997C8}" srcOrd="0" destOrd="0" presId="urn:microsoft.com/office/officeart/2024/3/layout/hArchList1"/>
    <dgm:cxn modelId="{6C5E3A15-9349-4987-B566-4C1A1589FC39}" type="presOf" srcId="{9865A5E6-12B4-4886-84DF-8336269FE9D4}" destId="{EB3A58C3-ED1A-4D9F-A7B6-3F31AF50CEA7}" srcOrd="0" destOrd="0" presId="urn:microsoft.com/office/officeart/2024/3/layout/hArchList1"/>
    <dgm:cxn modelId="{A79A9F20-C2AB-436C-9F99-90E04C5F4F00}" type="presOf" srcId="{77ADCA8B-6558-4616-A18A-6176483B1874}" destId="{1D6585A2-CD02-4110-AA7F-B1E8C872D517}" srcOrd="0" destOrd="0" presId="urn:microsoft.com/office/officeart/2024/3/layout/hArchList1"/>
    <dgm:cxn modelId="{BB14DB29-920E-4B41-8475-3AE74B012348}" srcId="{D3013D1B-DF88-472C-8A8F-4BC871F28983}" destId="{5607AEA1-FC03-476E-9121-A1BD851A258C}" srcOrd="2" destOrd="0" parTransId="{43230924-F632-44CC-B7CE-6D1C31EC70D8}" sibTransId="{FC880DCC-A782-4637-9403-BBFCA5F8DF4B}"/>
    <dgm:cxn modelId="{13ED142A-8791-4ABF-B412-339A45600F77}" type="presOf" srcId="{E1152792-7568-4D13-9D42-AAC97BEF2505}" destId="{7A652E23-3AFA-4580-9B0F-C8656EF1FB65}" srcOrd="0" destOrd="0" presId="urn:microsoft.com/office/officeart/2024/3/layout/hArchList1"/>
    <dgm:cxn modelId="{DF1D3734-5F2B-4E7B-AA33-700E23E870A3}" srcId="{77ADCA8B-6558-4616-A18A-6176483B1874}" destId="{E1152792-7568-4D13-9D42-AAC97BEF2505}" srcOrd="0" destOrd="0" parTransId="{03C9B191-291E-45F7-AC50-DCCF55B852F2}" sibTransId="{38EE40A1-D549-443D-BA86-EC65088EB077}"/>
    <dgm:cxn modelId="{052B9360-597E-4A29-9B41-B55679CBDFEF}" type="presOf" srcId="{5607AEA1-FC03-476E-9121-A1BD851A258C}" destId="{003A52DA-CA50-4847-8D0D-0CAD51A35759}" srcOrd="0" destOrd="0" presId="urn:microsoft.com/office/officeart/2024/3/layout/hArchList1"/>
    <dgm:cxn modelId="{8847EE83-A7DC-473E-90B2-22187850CAAE}" srcId="{7E0C9005-03B2-4801-A98E-98C3BAC6275E}" destId="{FF1588E8-AF4D-4D9B-B4DC-649D428429B4}" srcOrd="0" destOrd="0" parTransId="{ACC79437-A59C-4232-BA53-C80F6EDDB0A3}" sibTransId="{83D56D50-3ED0-4EFC-B7E2-56382205F93E}"/>
    <dgm:cxn modelId="{7D74CBA3-678B-4F4B-8C4E-6477B1885D35}" srcId="{5607AEA1-FC03-476E-9121-A1BD851A258C}" destId="{E95874DC-5493-4539-863A-48668D95E024}" srcOrd="0" destOrd="0" parTransId="{28F797B8-BF6F-4A26-BC7A-E32D14BA7573}" sibTransId="{C3201B78-4D4E-4753-82A8-566CF0605F5C}"/>
    <dgm:cxn modelId="{A9A5F3BA-CE99-4947-8DC2-B47F38E28F3A}" srcId="{D3013D1B-DF88-472C-8A8F-4BC871F28983}" destId="{7E0C9005-03B2-4801-A98E-98C3BAC6275E}" srcOrd="1" destOrd="0" parTransId="{87B0AB9E-4BE8-464D-A135-23BFE22BE802}" sibTransId="{BC3BDE94-7F8F-4DD1-BF89-EECD768607B2}"/>
    <dgm:cxn modelId="{6E391BC3-07AF-4713-9503-9588329C9B87}" type="presOf" srcId="{D3013D1B-DF88-472C-8A8F-4BC871F28983}" destId="{F7BCF029-39A5-45AA-BD51-A49D33CC4CDA}" srcOrd="0" destOrd="0" presId="urn:microsoft.com/office/officeart/2024/3/layout/hArchList1"/>
    <dgm:cxn modelId="{E51120E8-612D-43E1-AA7A-895F902C5483}" type="presOf" srcId="{7E0C9005-03B2-4801-A98E-98C3BAC6275E}" destId="{1B52891C-8E6D-4926-BD33-94475E604537}" srcOrd="0" destOrd="0" presId="urn:microsoft.com/office/officeart/2024/3/layout/hArchList1"/>
    <dgm:cxn modelId="{7D006B34-FF98-4DC3-A76F-9A2F2F150ED9}" type="presParOf" srcId="{F7BCF029-39A5-45AA-BD51-A49D33CC4CDA}" destId="{55FDF973-06DB-4758-8A1F-9ED66005ABEA}" srcOrd="0" destOrd="0" presId="urn:microsoft.com/office/officeart/2024/3/layout/hArchList1"/>
    <dgm:cxn modelId="{B4206387-B77E-402F-B306-01DDCEDD0E32}" type="presParOf" srcId="{55FDF973-06DB-4758-8A1F-9ED66005ABEA}" destId="{1D6585A2-CD02-4110-AA7F-B1E8C872D517}" srcOrd="0" destOrd="0" presId="urn:microsoft.com/office/officeart/2024/3/layout/hArchList1"/>
    <dgm:cxn modelId="{09A0AB51-B49D-4DB5-9CC9-70DBBDB63716}" type="presParOf" srcId="{55FDF973-06DB-4758-8A1F-9ED66005ABEA}" destId="{7A652E23-3AFA-4580-9B0F-C8656EF1FB65}" srcOrd="1" destOrd="0" presId="urn:microsoft.com/office/officeart/2024/3/layout/hArchList1"/>
    <dgm:cxn modelId="{A08AEA5E-65D8-4F44-8606-9821746C41C8}" type="presParOf" srcId="{F7BCF029-39A5-45AA-BD51-A49D33CC4CDA}" destId="{EB3A58C3-ED1A-4D9F-A7B6-3F31AF50CEA7}" srcOrd="1" destOrd="0" presId="urn:microsoft.com/office/officeart/2024/3/layout/hArchList1"/>
    <dgm:cxn modelId="{55850D73-D899-40A2-ADE8-467084AD0AC3}" type="presParOf" srcId="{F7BCF029-39A5-45AA-BD51-A49D33CC4CDA}" destId="{323EB6CF-EC4B-408F-8F4F-47F28621F253}" srcOrd="2" destOrd="0" presId="urn:microsoft.com/office/officeart/2024/3/layout/hArchList1"/>
    <dgm:cxn modelId="{4366698F-D0A7-43B1-BEE5-717FFD749C82}" type="presParOf" srcId="{323EB6CF-EC4B-408F-8F4F-47F28621F253}" destId="{1B52891C-8E6D-4926-BD33-94475E604537}" srcOrd="0" destOrd="0" presId="urn:microsoft.com/office/officeart/2024/3/layout/hArchList1"/>
    <dgm:cxn modelId="{11E317D5-6359-46CF-BEEF-FC9C7E04CD26}" type="presParOf" srcId="{323EB6CF-EC4B-408F-8F4F-47F28621F253}" destId="{4E21193C-B4F7-41F9-988F-ACB9A1B2B183}" srcOrd="1" destOrd="0" presId="urn:microsoft.com/office/officeart/2024/3/layout/hArchList1"/>
    <dgm:cxn modelId="{E2769D09-9384-4C2D-9D52-E17FD563B2AD}" type="presParOf" srcId="{F7BCF029-39A5-45AA-BD51-A49D33CC4CDA}" destId="{A21E4934-A19F-4ABA-86C1-592BF5E7AEF5}" srcOrd="3" destOrd="0" presId="urn:microsoft.com/office/officeart/2024/3/layout/hArchList1"/>
    <dgm:cxn modelId="{B1C57672-8913-464B-904B-CE84306ED6B5}" type="presParOf" srcId="{F7BCF029-39A5-45AA-BD51-A49D33CC4CDA}" destId="{BFBA658F-CF23-42AD-9516-A16A5D19BE88}" srcOrd="4" destOrd="0" presId="urn:microsoft.com/office/officeart/2024/3/layout/hArchList1"/>
    <dgm:cxn modelId="{602262A0-4134-4469-B375-606F40A93FD2}" type="presParOf" srcId="{BFBA658F-CF23-42AD-9516-A16A5D19BE88}" destId="{003A52DA-CA50-4847-8D0D-0CAD51A35759}" srcOrd="0" destOrd="0" presId="urn:microsoft.com/office/officeart/2024/3/layout/hArchList1"/>
    <dgm:cxn modelId="{FFD8AF09-F9BD-478E-8058-613B1B1F3613}" type="presParOf" srcId="{BFBA658F-CF23-42AD-9516-A16A5D19BE88}" destId="{C175783D-60A2-4A4E-8DC4-22B7459997C8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6585A2-CD02-4110-AA7F-B1E8C872D517}">
      <dsp:nvSpPr>
        <dsp:cNvPr id="0" name=""/>
        <dsp:cNvSpPr/>
      </dsp:nvSpPr>
      <dsp:spPr>
        <a:xfrm>
          <a:off x="0" y="0"/>
          <a:ext cx="3286124" cy="4143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FR" sz="1800" kern="1200" noProof="0" dirty="0"/>
            <a:t>Contexte​</a:t>
          </a:r>
        </a:p>
      </dsp:txBody>
      <dsp:txXfrm>
        <a:off x="0" y="0"/>
        <a:ext cx="3286124" cy="414337"/>
      </dsp:txXfrm>
    </dsp:sp>
    <dsp:sp modelId="{7A652E23-3AFA-4580-9B0F-C8656EF1FB65}">
      <dsp:nvSpPr>
        <dsp:cNvPr id="0" name=""/>
        <dsp:cNvSpPr/>
      </dsp:nvSpPr>
      <dsp:spPr>
        <a:xfrm>
          <a:off x="0" y="414337"/>
          <a:ext cx="3286124" cy="37290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Le projet consiste à faire une analyse de la performance de « </a:t>
          </a:r>
          <a:r>
            <a:rPr lang="fr-FR" sz="1300" kern="1200" noProof="0" dirty="0" err="1"/>
            <a:t>TheLook</a:t>
          </a:r>
          <a:r>
            <a:rPr lang="fr-FR" sz="1300" kern="1200" noProof="0" dirty="0"/>
            <a:t> Europe », sur un périmètre précis et de comparer l’année 2024 à l’année 2023.</a:t>
          </a:r>
        </a:p>
      </dsp:txBody>
      <dsp:txXfrm>
        <a:off x="0" y="414337"/>
        <a:ext cx="3286124" cy="3729037"/>
      </dsp:txXfrm>
    </dsp:sp>
    <dsp:sp modelId="{1B52891C-8E6D-4926-BD33-94475E604537}">
      <dsp:nvSpPr>
        <dsp:cNvPr id="0" name=""/>
        <dsp:cNvSpPr/>
      </dsp:nvSpPr>
      <dsp:spPr>
        <a:xfrm>
          <a:off x="3614737" y="0"/>
          <a:ext cx="3286124" cy="4143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FR" sz="1800" kern="1200" noProof="0" dirty="0"/>
            <a:t>Objectifs </a:t>
          </a:r>
        </a:p>
      </dsp:txBody>
      <dsp:txXfrm>
        <a:off x="3614737" y="0"/>
        <a:ext cx="3286124" cy="414337"/>
      </dsp:txXfrm>
    </dsp:sp>
    <dsp:sp modelId="{4E21193C-B4F7-41F9-988F-ACB9A1B2B183}">
      <dsp:nvSpPr>
        <dsp:cNvPr id="0" name=""/>
        <dsp:cNvSpPr/>
      </dsp:nvSpPr>
      <dsp:spPr>
        <a:xfrm>
          <a:off x="3614737" y="414337"/>
          <a:ext cx="3286124" cy="37290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Comprendre les dynamiques de :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- Chiffre d’affaires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- Marge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- Panier Moyen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- Taux de  retours 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- Taux de réachat 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puis restituer des enseignements clairs via un tableau de bord Power BI.</a:t>
          </a:r>
        </a:p>
      </dsp:txBody>
      <dsp:txXfrm>
        <a:off x="3614737" y="414337"/>
        <a:ext cx="3286124" cy="3729037"/>
      </dsp:txXfrm>
    </dsp:sp>
    <dsp:sp modelId="{003A52DA-CA50-4847-8D0D-0CAD51A35759}">
      <dsp:nvSpPr>
        <dsp:cNvPr id="0" name=""/>
        <dsp:cNvSpPr/>
      </dsp:nvSpPr>
      <dsp:spPr>
        <a:xfrm>
          <a:off x="7229474" y="0"/>
          <a:ext cx="3286124" cy="4143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FR" sz="1800" kern="1200" noProof="0" dirty="0"/>
            <a:t>Outils​</a:t>
          </a:r>
        </a:p>
      </dsp:txBody>
      <dsp:txXfrm>
        <a:off x="7229474" y="0"/>
        <a:ext cx="3286124" cy="414337"/>
      </dsp:txXfrm>
    </dsp:sp>
    <dsp:sp modelId="{C175783D-60A2-4A4E-8DC4-22B7459997C8}">
      <dsp:nvSpPr>
        <dsp:cNvPr id="0" name=""/>
        <dsp:cNvSpPr/>
      </dsp:nvSpPr>
      <dsp:spPr>
        <a:xfrm>
          <a:off x="7229474" y="414337"/>
          <a:ext cx="3286124" cy="37290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fr-FR" sz="1300" b="1" kern="1200" noProof="0" dirty="0"/>
            <a:t>- SQL (Big </a:t>
          </a:r>
          <a:r>
            <a:rPr lang="fr-FR" sz="1300" b="1" kern="1200" noProof="0" dirty="0" err="1"/>
            <a:t>Query</a:t>
          </a:r>
          <a:r>
            <a:rPr lang="fr-FR" sz="1300" b="1" kern="1200" noProof="0" dirty="0"/>
            <a:t>): </a:t>
          </a:r>
          <a:r>
            <a:rPr lang="fr-FR" sz="1300" kern="1200" noProof="0" dirty="0"/>
            <a:t>création d’une requête pour extraire </a:t>
          </a:r>
          <a:r>
            <a:rPr lang="fr-FR" sz="1300" i="1" kern="1200" noProof="0" dirty="0"/>
            <a:t>(reconstituer) </a:t>
          </a:r>
          <a:r>
            <a:rPr lang="fr-FR" sz="1300" i="0" kern="1200" noProof="0" dirty="0"/>
            <a:t>les données à analyser à parti de </a:t>
          </a:r>
          <a:r>
            <a:rPr lang="fr-FR" sz="1300" i="0" kern="1200" noProof="0" dirty="0" err="1"/>
            <a:t>bigquery</a:t>
          </a:r>
          <a:r>
            <a:rPr lang="fr-FR" sz="1300" i="0" kern="1200" noProof="0" dirty="0"/>
            <a:t>-public-data , et également des requêtes pour calculer les KPIs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fr-FR" sz="1300" b="1" i="0" kern="1200" noProof="0" dirty="0"/>
            <a:t>- VS Code : </a:t>
          </a:r>
          <a:r>
            <a:rPr lang="fr-FR" sz="1300" i="0" kern="1200" noProof="0" dirty="0"/>
            <a:t>nettoyage des données, création des KPIs, visualisation, Story </a:t>
          </a:r>
          <a:r>
            <a:rPr lang="fr-FR" sz="1300" i="0" kern="1200" noProof="0" dirty="0" err="1"/>
            <a:t>Telling</a:t>
          </a:r>
          <a:endParaRPr lang="fr-FR" sz="1300" i="0" kern="1200" noProof="0" dirty="0"/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fr-FR" sz="1300" i="0" kern="1200" noProof="0" dirty="0"/>
            <a:t>Les KPIs seront testés dans VS Code mais aussi comparés avec les résultats obtenus dans Power BI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fr-FR" sz="1300" b="1" i="0" kern="1200" noProof="0" dirty="0"/>
            <a:t>- Power BI : Outil de l’utilisateur final. </a:t>
          </a:r>
          <a:r>
            <a:rPr lang="fr-FR" sz="1300" b="0" i="0" kern="1200" noProof="0" dirty="0"/>
            <a:t>Dashboard présentant visuellement les KPIs, design adapté pour une utilisation intuitive. </a:t>
          </a:r>
        </a:p>
      </dsp:txBody>
      <dsp:txXfrm>
        <a:off x="7229474" y="414337"/>
        <a:ext cx="3286124" cy="37290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6585A2-CD02-4110-AA7F-B1E8C872D517}">
      <dsp:nvSpPr>
        <dsp:cNvPr id="0" name=""/>
        <dsp:cNvSpPr/>
      </dsp:nvSpPr>
      <dsp:spPr>
        <a:xfrm>
          <a:off x="0" y="0"/>
          <a:ext cx="3374418" cy="46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FR" sz="1700" kern="1200" noProof="0" dirty="0"/>
            <a:t>1. SQL​</a:t>
          </a:r>
        </a:p>
      </dsp:txBody>
      <dsp:txXfrm>
        <a:off x="0" y="0"/>
        <a:ext cx="3374418" cy="466566"/>
      </dsp:txXfrm>
    </dsp:sp>
    <dsp:sp modelId="{7A652E23-3AFA-4580-9B0F-C8656EF1FB65}">
      <dsp:nvSpPr>
        <dsp:cNvPr id="0" name=""/>
        <dsp:cNvSpPr/>
      </dsp:nvSpPr>
      <dsp:spPr>
        <a:xfrm>
          <a:off x="0" y="466566"/>
          <a:ext cx="3374418" cy="41990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- Création d’une requête qui reconstruit le fichier « thelook_fr_women_2023_2024.csv »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- Extraction du résultat et enregistrement dans le </a:t>
          </a:r>
          <a:r>
            <a:rPr lang="fr-FR" sz="1300" kern="1200" noProof="0" dirty="0" err="1"/>
            <a:t>dataset</a:t>
          </a:r>
          <a:r>
            <a:rPr lang="fr-FR" sz="1300" kern="1200" noProof="0" dirty="0"/>
            <a:t> : “</a:t>
          </a:r>
          <a:r>
            <a:rPr lang="fr-FR" sz="1300" kern="1200" noProof="0" dirty="0" err="1"/>
            <a:t>ma_table</a:t>
          </a:r>
          <a:r>
            <a:rPr lang="fr-FR" sz="1300" kern="1200" noProof="0" dirty="0"/>
            <a:t>”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- Création de deux requêtes par KPI : une requête à partir de « </a:t>
          </a:r>
          <a:r>
            <a:rPr lang="fr-FR" sz="1300" kern="1200" noProof="0" dirty="0" err="1"/>
            <a:t>ma_table</a:t>
          </a:r>
          <a:r>
            <a:rPr lang="fr-FR" sz="1300" kern="1200" noProof="0" dirty="0"/>
            <a:t> » et une requête à partir de la source (</a:t>
          </a:r>
          <a:r>
            <a:rPr lang="fr-FR" sz="1300" i="0" kern="1200" noProof="0" dirty="0" err="1"/>
            <a:t>bigquery</a:t>
          </a:r>
          <a:r>
            <a:rPr lang="fr-FR" sz="1300" i="0" kern="1200" noProof="0" dirty="0"/>
            <a:t>-public-data) pour cross-validation des données </a:t>
          </a:r>
          <a:r>
            <a:rPr lang="fr-FR" sz="1300" b="1" kern="1200" dirty="0">
              <a:solidFill>
                <a:srgbClr val="00B050"/>
              </a:solidFill>
              <a:latin typeface="Lato" panose="020F0502020204030203" pitchFamily="34" charset="0"/>
            </a:rPr>
            <a:t>√</a:t>
          </a:r>
          <a:endParaRPr lang="fr-FR" sz="1300" i="0" kern="1200" noProof="0" dirty="0"/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i="0" kern="1200" noProof="0" dirty="0"/>
            <a:t>- Création d’un notebook dans Google Cloud pour tester les fonctions KPIs de Python sur les données SQL </a:t>
          </a:r>
          <a:r>
            <a:rPr lang="fr-FR" sz="1300" i="1" kern="1200" noProof="0" dirty="0"/>
            <a:t>(</a:t>
          </a:r>
          <a:r>
            <a:rPr lang="fr-FR" sz="1300" i="1" kern="1200" noProof="0" dirty="0" err="1"/>
            <a:t>cf</a:t>
          </a:r>
          <a:r>
            <a:rPr lang="fr-FR" sz="1300" i="1" kern="1200" noProof="0" dirty="0"/>
            <a:t> section « Problématiques &amp; Hypothèses ») </a:t>
          </a:r>
          <a:r>
            <a:rPr lang="fr-FR" sz="1300" b="1" kern="1200" dirty="0">
              <a:solidFill>
                <a:srgbClr val="00B050"/>
              </a:solidFill>
              <a:latin typeface="Lato" panose="020F0502020204030203" pitchFamily="34" charset="0"/>
            </a:rPr>
            <a:t>√</a:t>
          </a:r>
          <a:endParaRPr lang="fr-FR" sz="1300" i="1" kern="1200" noProof="0" dirty="0"/>
        </a:p>
      </dsp:txBody>
      <dsp:txXfrm>
        <a:off x="0" y="466566"/>
        <a:ext cx="3374418" cy="4199095"/>
      </dsp:txXfrm>
    </dsp:sp>
    <dsp:sp modelId="{1B52891C-8E6D-4926-BD33-94475E604537}">
      <dsp:nvSpPr>
        <dsp:cNvPr id="0" name=""/>
        <dsp:cNvSpPr/>
      </dsp:nvSpPr>
      <dsp:spPr>
        <a:xfrm>
          <a:off x="3711860" y="0"/>
          <a:ext cx="3374418" cy="46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FR" sz="1700" kern="1200" noProof="0" dirty="0"/>
            <a:t>2. VS CODE </a:t>
          </a:r>
        </a:p>
      </dsp:txBody>
      <dsp:txXfrm>
        <a:off x="3711860" y="0"/>
        <a:ext cx="3374418" cy="466566"/>
      </dsp:txXfrm>
    </dsp:sp>
    <dsp:sp modelId="{4E21193C-B4F7-41F9-988F-ACB9A1B2B183}">
      <dsp:nvSpPr>
        <dsp:cNvPr id="0" name=""/>
        <dsp:cNvSpPr/>
      </dsp:nvSpPr>
      <dsp:spPr>
        <a:xfrm>
          <a:off x="3711860" y="466566"/>
          <a:ext cx="3374418" cy="41990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- Nettoyage des données (Notebook principal)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- Création des fonctions (Script) pour définir les KPIs. Par défaut, les fonctions ont été construites le plus largement possible </a:t>
          </a:r>
          <a:r>
            <a:rPr lang="fr-FR" sz="1300" i="1" kern="1200" noProof="0" dirty="0"/>
            <a:t>(</a:t>
          </a:r>
          <a:r>
            <a:rPr lang="fr-FR" sz="1300" i="1" kern="1200" noProof="0" dirty="0" err="1"/>
            <a:t>eg</a:t>
          </a:r>
          <a:r>
            <a:rPr lang="fr-FR" sz="1300" i="1" kern="1200" noProof="0" dirty="0"/>
            <a:t>: pas de restriction d’office sur le statut de la commande)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- Test des fonctions sur un échantillon de données (Notebook dédié)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- Création des visuels (Notebook principal)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kern="1200" noProof="0" dirty="0"/>
            <a:t>- Analyse &amp; Story </a:t>
          </a:r>
          <a:r>
            <a:rPr lang="fr-FR" sz="1300" kern="1200" noProof="0" dirty="0" err="1"/>
            <a:t>Telling</a:t>
          </a:r>
          <a:r>
            <a:rPr lang="fr-FR" sz="1300" kern="1200" noProof="0" dirty="0"/>
            <a:t> (Notebook principal)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i="1" kern="1200" noProof="0" dirty="0"/>
            <a:t>- </a:t>
          </a:r>
          <a:r>
            <a:rPr lang="fr-FR" sz="1300" i="1" kern="1200" noProof="0" dirty="0" err="1"/>
            <a:t>Elements</a:t>
          </a:r>
          <a:r>
            <a:rPr lang="fr-FR" sz="1300" b="0" i="1" kern="1200" noProof="0" dirty="0"/>
            <a:t> standards : </a:t>
          </a:r>
          <a:r>
            <a:rPr lang="fr-FR" sz="1300" b="0" i="1" kern="1200" noProof="0" dirty="0" err="1"/>
            <a:t>Gitignore</a:t>
          </a:r>
          <a:r>
            <a:rPr lang="fr-FR" sz="1300" b="0" i="1" kern="1200" noProof="0" dirty="0"/>
            <a:t>, </a:t>
          </a:r>
          <a:r>
            <a:rPr lang="fr-FR" sz="1300" b="0" i="1" kern="1200" noProof="0" dirty="0" err="1"/>
            <a:t>requirements</a:t>
          </a:r>
          <a:r>
            <a:rPr lang="fr-FR" sz="1300" b="0" i="1" kern="1200" noProof="0" dirty="0"/>
            <a:t>, README</a:t>
          </a:r>
        </a:p>
      </dsp:txBody>
      <dsp:txXfrm>
        <a:off x="3711860" y="466566"/>
        <a:ext cx="3374418" cy="4199095"/>
      </dsp:txXfrm>
    </dsp:sp>
    <dsp:sp modelId="{003A52DA-CA50-4847-8D0D-0CAD51A35759}">
      <dsp:nvSpPr>
        <dsp:cNvPr id="0" name=""/>
        <dsp:cNvSpPr/>
      </dsp:nvSpPr>
      <dsp:spPr>
        <a:xfrm>
          <a:off x="7423721" y="0"/>
          <a:ext cx="3374418" cy="46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FR" sz="1700" kern="1200" noProof="0" dirty="0"/>
            <a:t>3. POWER BI​</a:t>
          </a:r>
        </a:p>
      </dsp:txBody>
      <dsp:txXfrm>
        <a:off x="7423721" y="0"/>
        <a:ext cx="3374418" cy="466566"/>
      </dsp:txXfrm>
    </dsp:sp>
    <dsp:sp modelId="{C175783D-60A2-4A4E-8DC4-22B7459997C8}">
      <dsp:nvSpPr>
        <dsp:cNvPr id="0" name=""/>
        <dsp:cNvSpPr/>
      </dsp:nvSpPr>
      <dsp:spPr>
        <a:xfrm>
          <a:off x="7423721" y="466566"/>
          <a:ext cx="3374418" cy="41990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fr-FR" sz="1300" b="0" kern="1200" noProof="0" dirty="0"/>
            <a:t>- Import du fichier csv &amp; création des tables : Clients, Produits, Ventes.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fr-FR" sz="1300" b="0" kern="1200" noProof="0" dirty="0"/>
            <a:t>- Création d’une table Calendrier </a:t>
          </a:r>
          <a:r>
            <a:rPr lang="fr-FR" sz="1300" b="0" i="1" kern="1200" noProof="0" dirty="0"/>
            <a:t>(dimension sélectionnée cohérente avec la requête SQL)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fr-FR" sz="1300" b="0" kern="1200" noProof="0" dirty="0"/>
            <a:t>- Création d’une table de mesure (KPIs), création de tables permettant une optimisation des filtres (CA vs Marge, Brand VS </a:t>
          </a:r>
          <a:r>
            <a:rPr lang="fr-FR" sz="1300" b="0" kern="1200" noProof="0" dirty="0" err="1"/>
            <a:t>Region</a:t>
          </a:r>
          <a:r>
            <a:rPr lang="fr-FR" sz="1300" b="0" kern="1200" noProof="0" dirty="0"/>
            <a:t>)</a:t>
          </a:r>
          <a:endParaRPr lang="fr-FR" sz="1300" b="0" i="1" kern="1200" noProof="0" dirty="0"/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fr-FR" sz="1300" b="0" i="1" kern="1200" noProof="0" dirty="0"/>
            <a:t>- </a:t>
          </a:r>
          <a:r>
            <a:rPr lang="fr-FR" sz="1300" b="0" i="0" kern="1200" noProof="0" dirty="0"/>
            <a:t>Visuels : une page de synthèse + 4 pages permettant à l’utilisateur d’aller dans le détail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fr-FR" sz="1300" b="0" i="0" kern="1200" noProof="0" dirty="0"/>
            <a:t>- Ergonomie : le </a:t>
          </a:r>
          <a:r>
            <a:rPr lang="fr-FR" sz="1300" b="0" i="0" kern="1200" noProof="0" dirty="0" err="1"/>
            <a:t>dashboard</a:t>
          </a:r>
          <a:r>
            <a:rPr lang="fr-FR" sz="1300" b="0" i="0" kern="1200" noProof="0" dirty="0"/>
            <a:t> a été pensé pour une expérience utilisateur optimale : sélection des années / filtres, visuels dynamiques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fr-FR" sz="1300" b="0" i="0" kern="1200" noProof="0" dirty="0"/>
            <a:t>- Comparaison des résultats avec les KPIs / visuels de Python </a:t>
          </a:r>
          <a:r>
            <a:rPr lang="fr-FR" sz="1300" b="1" kern="1200" dirty="0">
              <a:solidFill>
                <a:srgbClr val="00B050"/>
              </a:solidFill>
              <a:latin typeface="Lato" panose="020F0502020204030203" pitchFamily="34" charset="0"/>
            </a:rPr>
            <a:t>√ </a:t>
          </a:r>
          <a:endParaRPr lang="fr-FR" sz="1300" b="0" i="0" kern="1200" noProof="0" dirty="0"/>
        </a:p>
      </dsp:txBody>
      <dsp:txXfrm>
        <a:off x="7423721" y="466566"/>
        <a:ext cx="3374418" cy="4199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2/16/2026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2/16/2026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9" y="2924175"/>
            <a:ext cx="3171825" cy="25193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‹N°›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8" name="Text Placeholder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‹N°›</a:t>
            </a:fld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4"/>
            <a:ext cx="5111750" cy="152558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834606"/>
            <a:ext cx="2896671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‹N°›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129698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26261" y="5280763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7938210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Deux conten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33700" y="3834606"/>
            <a:ext cx="3924300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10173" y="3834606"/>
            <a:ext cx="3943627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‹N°›</a:t>
            </a:fld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Date Placeholder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20XX</a:t>
            </a:r>
          </a:p>
        </p:txBody>
      </p:sp>
      <p:sp>
        <p:nvSpPr>
          <p:cNvPr id="37" name="Footer Placeholder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Pitch Deck</a:t>
            </a:r>
          </a:p>
        </p:txBody>
      </p:sp>
      <p:sp>
        <p:nvSpPr>
          <p:cNvPr id="38" name="Slide Number Placeholder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noProof="0" smtClean="0"/>
              <a:t>‹N°›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756781-A599-0594-4502-A54BC85E87F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199" y="2136775"/>
            <a:ext cx="10515599" cy="36972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4 Peo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‹N°›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8 Peo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5" name="Picture Placeholder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56" name="Picture Placeholder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57" name="Picture Placeholder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58" name="Picture Placeholder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4" name="Text Placeholder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5" name="Text Placeholder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fld id="{B5CEABB6-07DC-46E8-9B57-56EC44A396E5}" type="slidenum">
              <a:rPr lang="en-US" smtClean="0"/>
              <a:t>‹N°›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4" name="Content Placeholder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62665" y="5120722"/>
            <a:ext cx="2342205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" name="Content Placeholder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98609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9023074" y="5120366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6875" y="3682546"/>
            <a:ext cx="5111750" cy="152558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0" y="4434840"/>
            <a:ext cx="6785811" cy="1122202"/>
          </a:xfrm>
        </p:spPr>
        <p:txBody>
          <a:bodyPr/>
          <a:lstStyle/>
          <a:p>
            <a:r>
              <a:rPr lang="fr-FR" noProof="0" dirty="0"/>
              <a:t>EDA – Projet final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/>
          <a:lstStyle/>
          <a:p>
            <a:r>
              <a:rPr lang="fr-FR" noProof="0" dirty="0"/>
              <a:t>Charlotte DOLIVEUX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79DE4-CAEA-4617-897E-FEC9A2AC2D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8318" y="1481138"/>
            <a:ext cx="2141764" cy="5143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noProof="0" dirty="0"/>
              <a:t>introduction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FF1291-56EB-4A7B-A198-1D91F9ECC5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4375" y="2557463"/>
            <a:ext cx="2141764" cy="514350"/>
          </a:xfrm>
        </p:spPr>
        <p:txBody>
          <a:bodyPr/>
          <a:lstStyle/>
          <a:p>
            <a:r>
              <a:rPr lang="fr-FR" noProof="0" dirty="0"/>
              <a:t>Méthodologie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84E21C-7534-4FB5-9709-F7D1A11034F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20800" y="3633788"/>
            <a:ext cx="2141764" cy="514350"/>
          </a:xfrm>
        </p:spPr>
        <p:txBody>
          <a:bodyPr/>
          <a:lstStyle/>
          <a:p>
            <a:r>
              <a:rPr lang="fr-FR" dirty="0"/>
              <a:t>Problématiques &amp; </a:t>
            </a:r>
            <a:r>
              <a:rPr lang="fr-FR" noProof="0" dirty="0"/>
              <a:t>Résolution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C594564-4FC6-401A-8586-44735EE819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905000" y="4710114"/>
            <a:ext cx="2141764" cy="514350"/>
          </a:xfrm>
        </p:spPr>
        <p:txBody>
          <a:bodyPr/>
          <a:lstStyle/>
          <a:p>
            <a:r>
              <a:rPr lang="fr-FR" noProof="0" dirty="0"/>
              <a:t>démonstration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7EB25CA-DA83-483D-AF83-0001BDF2DE2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01535" y="1594478"/>
            <a:ext cx="5539095" cy="1010842"/>
          </a:xfrm>
        </p:spPr>
        <p:txBody>
          <a:bodyPr/>
          <a:lstStyle/>
          <a:p>
            <a:r>
              <a:rPr lang="fr-FR" noProof="0" dirty="0"/>
              <a:t>Contexte, Objectifs du projet</a:t>
            </a:r>
          </a:p>
          <a:p>
            <a:endParaRPr lang="fr-FR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46CE8C6-E12D-4A0D-8553-7FFA31941D5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986028" y="2682564"/>
            <a:ext cx="5539095" cy="1010842"/>
          </a:xfrm>
        </p:spPr>
        <p:txBody>
          <a:bodyPr/>
          <a:lstStyle/>
          <a:p>
            <a:r>
              <a:rPr lang="fr-FR" noProof="0" dirty="0"/>
              <a:t>Approche, présentation de  la méthodologie et des étapes pour chaque outil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C7D5285-85DF-4331-A6FA-1AE847CA47A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576937" y="3755394"/>
            <a:ext cx="5539095" cy="1010842"/>
          </a:xfrm>
        </p:spPr>
        <p:txBody>
          <a:bodyPr/>
          <a:lstStyle/>
          <a:p>
            <a:r>
              <a:rPr lang="fr-FR" dirty="0"/>
              <a:t>Présentation des problématiques rencontrées, explication des solutions de contournement</a:t>
            </a:r>
          </a:p>
          <a:p>
            <a:endParaRPr lang="fr-FR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2D305EF-9A88-496B-BFC1-D589A01EE38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75279" y="4824430"/>
            <a:ext cx="5539095" cy="1010842"/>
          </a:xfrm>
        </p:spPr>
        <p:txBody>
          <a:bodyPr/>
          <a:lstStyle/>
          <a:p>
            <a:r>
              <a:rPr lang="fr-FR" noProof="0" dirty="0"/>
              <a:t>Démonstration live du Dashboard (Power BI)</a:t>
            </a:r>
          </a:p>
          <a:p>
            <a:endParaRPr lang="fr-FR" noProof="0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0BF6865-7FAE-4B56-A995-ADF1582DCC6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fr-FR" noProof="0" dirty="0"/>
              <a:t>20XX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7312B71A-5E84-41DE-9754-5F6291F6D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/>
          <a:lstStyle/>
          <a:p>
            <a:r>
              <a:rPr lang="fr-FR" noProof="0" dirty="0"/>
              <a:t>Pitch Deck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3984D70-BD95-4E1F-9725-902B5D74D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/>
          <a:p>
            <a:fld id="{B5CEABB6-07DC-46E8-9B57-56EC44A396E5}" type="slidenum">
              <a:rPr lang="fr-FR" noProof="0" smtClean="0"/>
              <a:pPr/>
              <a:t>2</a:t>
            </a:fld>
            <a:endParaRPr lang="fr-FR" noProof="0" dirty="0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CFCB72BC-1CC5-DA90-1AE8-A4CA26815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fr-FR" noProof="0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738561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A0332C-AAD8-F8C8-7F87-7CCD482D7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fr-FR" noProof="0" dirty="0"/>
              <a:t>INTRODUCTION</a:t>
            </a:r>
          </a:p>
        </p:txBody>
      </p:sp>
      <p:sp>
        <p:nvSpPr>
          <p:cNvPr id="11" name="Espace réservé de la date 10">
            <a:extLst>
              <a:ext uri="{FF2B5EF4-FFF2-40B4-BE49-F238E27FC236}">
                <a16:creationId xmlns:a16="http://schemas.microsoft.com/office/drawing/2014/main" id="{E10826B3-E636-9E37-B280-93C438A018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fr-FR" noProof="0" dirty="0"/>
              <a:t>20XX</a:t>
            </a:r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35ECD1DD-C2BC-E268-3EF7-AF474A969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fr-FR" noProof="0" dirty="0"/>
              <a:t>Pitch Deck</a:t>
            </a:r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2658646C-1E06-5CDC-3704-FBD4AF35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fr-FR" noProof="0" smtClean="0"/>
              <a:pPr>
                <a:spcAft>
                  <a:spcPts val="600"/>
                </a:spcAft>
              </a:pPr>
              <a:t>3</a:t>
            </a:fld>
            <a:endParaRPr lang="fr-FR" noProof="0" dirty="0"/>
          </a:p>
        </p:txBody>
      </p:sp>
      <p:graphicFrame>
        <p:nvGraphicFramePr>
          <p:cNvPr id="17" name="Espace réservé du texte 2">
            <a:extLst>
              <a:ext uri="{FF2B5EF4-FFF2-40B4-BE49-F238E27FC236}">
                <a16:creationId xmlns:a16="http://schemas.microsoft.com/office/drawing/2014/main" id="{1FF09875-277D-AD5B-941D-A4369F3925A7}"/>
              </a:ext>
            </a:extLst>
          </p:cNvPr>
          <p:cNvGraphicFramePr>
            <a:graphicFrameLocks noGrp="1"/>
          </p:cNvGraphicFramePr>
          <p:nvPr>
            <p:ph sz="quarter" idx="16"/>
            <p:extLst>
              <p:ext uri="{D42A27DB-BD31-4B8C-83A1-F6EECF244321}">
                <p14:modId xmlns:p14="http://schemas.microsoft.com/office/powerpoint/2010/main" val="4241158994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838199" y="1690688"/>
          <a:ext cx="10515599" cy="41433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83743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5763-9900-9F7D-BE94-89F0D81D0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0B37B7-4290-2883-D739-816332896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fr-FR" noProof="0" dirty="0"/>
              <a:t>Méthodologie</a:t>
            </a:r>
          </a:p>
        </p:txBody>
      </p:sp>
      <p:sp>
        <p:nvSpPr>
          <p:cNvPr id="11" name="Espace réservé de la date 10">
            <a:extLst>
              <a:ext uri="{FF2B5EF4-FFF2-40B4-BE49-F238E27FC236}">
                <a16:creationId xmlns:a16="http://schemas.microsoft.com/office/drawing/2014/main" id="{99936D5E-7220-D70B-8D83-13D067936F1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fr-FR" noProof="0" dirty="0"/>
              <a:t>20XX</a:t>
            </a:r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EF80188B-8E15-8F8B-34FB-3509B6475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fr-FR" noProof="0" dirty="0"/>
              <a:t>Pitch Deck</a:t>
            </a:r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297FB7D6-6646-E935-8DC1-B68C3FBB2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fr-FR" noProof="0" smtClean="0"/>
              <a:pPr>
                <a:spcAft>
                  <a:spcPts val="600"/>
                </a:spcAft>
              </a:pPr>
              <a:t>4</a:t>
            </a:fld>
            <a:endParaRPr lang="fr-FR" noProof="0" dirty="0"/>
          </a:p>
        </p:txBody>
      </p:sp>
      <p:graphicFrame>
        <p:nvGraphicFramePr>
          <p:cNvPr id="17" name="Espace réservé du texte 2">
            <a:extLst>
              <a:ext uri="{FF2B5EF4-FFF2-40B4-BE49-F238E27FC236}">
                <a16:creationId xmlns:a16="http://schemas.microsoft.com/office/drawing/2014/main" id="{DE77F3DF-CC74-74F6-5872-04C4C3EF0721}"/>
              </a:ext>
            </a:extLst>
          </p:cNvPr>
          <p:cNvGraphicFramePr>
            <a:graphicFrameLocks noGrp="1"/>
          </p:cNvGraphicFramePr>
          <p:nvPr>
            <p:ph sz="quarter" idx="16"/>
            <p:extLst>
              <p:ext uri="{D42A27DB-BD31-4B8C-83A1-F6EECF244321}">
                <p14:modId xmlns:p14="http://schemas.microsoft.com/office/powerpoint/2010/main" val="863515510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667821" y="1690688"/>
          <a:ext cx="10798140" cy="46656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96767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BF6DB8-77B1-ADA4-B16D-FE7BBE04E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Problématiques &amp; Résolution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4FB41E1-68AB-4C3E-A995-331B60795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dirty="0"/>
              <a:t>20XX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58AE2A0-87CD-6635-F70F-0A77B6B0C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 dirty="0"/>
              <a:t>Pitch Deck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8E3580C-05DC-CD2D-4D91-7239065D9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fr-FR" noProof="0" smtClean="0"/>
              <a:t>5</a:t>
            </a:fld>
            <a:endParaRPr lang="fr-FR" noProof="0" dirty="0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E6DE65D-B8E4-6359-FD77-9B96C1CF271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200" y="1921023"/>
            <a:ext cx="10515599" cy="3697288"/>
          </a:xfrm>
        </p:spPr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FR" sz="1800" b="1" dirty="0"/>
              <a:t>SQL : </a:t>
            </a:r>
            <a:r>
              <a:rPr lang="fr-FR" sz="1800" dirty="0"/>
              <a:t>Les données de </a:t>
            </a:r>
            <a:r>
              <a:rPr lang="fr-FR" sz="1800" dirty="0" err="1"/>
              <a:t>bigquery</a:t>
            </a:r>
            <a:r>
              <a:rPr lang="fr-FR" sz="1800" dirty="0"/>
              <a:t>-public-data ont changé entre l’extraction du CSV fourni et la création des requêtes SQL (« </a:t>
            </a:r>
            <a:r>
              <a:rPr lang="fr-FR" sz="1800" dirty="0" err="1"/>
              <a:t>ma_table</a:t>
            </a:r>
            <a:r>
              <a:rPr lang="fr-FR" sz="1800" dirty="0"/>
              <a:t> ») :</a:t>
            </a:r>
          </a:p>
          <a:p>
            <a:pPr lvl="1">
              <a:spcBef>
                <a:spcPts val="600"/>
              </a:spcBef>
              <a:buFont typeface="Wingdings" panose="05000000000000000000" pitchFamily="2" charset="2"/>
              <a:buChar char="à"/>
            </a:pPr>
            <a:r>
              <a:rPr lang="fr-FR" sz="1600" b="1" dirty="0"/>
              <a:t>Comparaison directe des KPIs générés sous SQL et ceux créés à partir du csv fourni impossible </a:t>
            </a:r>
            <a:r>
              <a:rPr lang="fr-FR" sz="2000" b="1" dirty="0">
                <a:solidFill>
                  <a:srgbClr val="FF0000"/>
                </a:solidFill>
              </a:rPr>
              <a:t>X</a:t>
            </a:r>
          </a:p>
          <a:p>
            <a:pPr marL="457200" lvl="1" indent="0">
              <a:spcBef>
                <a:spcPts val="600"/>
              </a:spcBef>
              <a:buNone/>
            </a:pPr>
            <a:endParaRPr lang="fr-FR" sz="2000" b="1" dirty="0">
              <a:solidFill>
                <a:srgbClr val="FF0000"/>
              </a:solidFill>
            </a:endParaRPr>
          </a:p>
          <a:p>
            <a:pPr marL="457200" lvl="1" indent="0">
              <a:spcBef>
                <a:spcPts val="600"/>
              </a:spcBef>
              <a:buNone/>
            </a:pPr>
            <a:r>
              <a:rPr lang="fr-FR" sz="1800" b="1" u="sng" dirty="0">
                <a:solidFill>
                  <a:schemeClr val="tx1"/>
                </a:solidFill>
              </a:rPr>
              <a:t>Solution :</a:t>
            </a:r>
          </a:p>
          <a:p>
            <a:pPr lvl="1"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fr-FR" sz="1600" dirty="0"/>
              <a:t>Création d’un Notebook dans Google Cloud : copié / collé des fonctions créées dans VS Code </a:t>
            </a:r>
          </a:p>
          <a:p>
            <a:pPr lvl="1"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fr-FR" sz="1600" dirty="0"/>
              <a:t>Test sur « </a:t>
            </a:r>
            <a:r>
              <a:rPr lang="fr-FR" sz="1600" dirty="0" err="1"/>
              <a:t>ma_table</a:t>
            </a:r>
            <a:r>
              <a:rPr lang="fr-FR" sz="1600" dirty="0"/>
              <a:t> » </a:t>
            </a:r>
          </a:p>
          <a:p>
            <a:pPr lvl="1"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fr-FR" sz="1600" dirty="0"/>
              <a:t>Comparaison entre les KPIs affichés dans le Notebook et ceux générés par requêtes SQL : </a:t>
            </a:r>
            <a:r>
              <a:rPr lang="fr-FR" sz="1600" b="1" dirty="0"/>
              <a:t>Test validé  </a:t>
            </a:r>
            <a:r>
              <a:rPr lang="fr-FR" sz="2000" b="1" dirty="0">
                <a:solidFill>
                  <a:srgbClr val="00B050"/>
                </a:solidFill>
                <a:latin typeface="Lato" panose="020F0502020204030203" pitchFamily="34" charset="0"/>
              </a:rPr>
              <a:t>√</a:t>
            </a:r>
          </a:p>
          <a:p>
            <a:pPr marL="457200" lvl="1" indent="0">
              <a:spcBef>
                <a:spcPts val="600"/>
              </a:spcBef>
              <a:buNone/>
            </a:pPr>
            <a:endParaRPr lang="fr-FR" sz="2000" b="1" dirty="0">
              <a:solidFill>
                <a:srgbClr val="00B050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fr-FR" sz="1800" dirty="0"/>
          </a:p>
          <a:p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6972848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4EB87-2EA3-B151-801F-C57FFC163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4B0C33-A01B-3B4A-2538-F0541C333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Démonstration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21CEA75-745A-6D86-D26D-76FC0E558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dirty="0"/>
              <a:t>20XX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B1A9696-8D65-8E24-D138-2EE73A8EE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 dirty="0"/>
              <a:t>Pitch Deck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F75EE5-5D79-8F86-EE40-1014AD565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fr-FR" noProof="0" smtClean="0"/>
              <a:t>6</a:t>
            </a:fld>
            <a:endParaRPr lang="fr-FR" noProof="0" dirty="0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1228CF8-FFDB-DE8F-154B-99206E6461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200" y="1921023"/>
            <a:ext cx="10515599" cy="3697288"/>
          </a:xfrm>
        </p:spPr>
        <p:txBody>
          <a:bodyPr/>
          <a:lstStyle/>
          <a:p>
            <a:pPr marL="0" indent="0" algn="ctr">
              <a:spcBef>
                <a:spcPts val="600"/>
              </a:spcBef>
              <a:buNone/>
            </a:pPr>
            <a:r>
              <a:rPr lang="fr-FR" sz="1800" b="1" dirty="0"/>
              <a:t>Démonstration Live Power BI</a:t>
            </a:r>
            <a:endParaRPr lang="fr-FR" sz="2000" b="1" dirty="0">
              <a:solidFill>
                <a:srgbClr val="00B050"/>
              </a:solidFill>
              <a:latin typeface="Lato" panose="020F0502020204030203" pitchFamily="34" charset="0"/>
            </a:endParaRPr>
          </a:p>
          <a:p>
            <a:pPr marL="457200" lvl="1" indent="0">
              <a:spcBef>
                <a:spcPts val="600"/>
              </a:spcBef>
              <a:buNone/>
            </a:pPr>
            <a:endParaRPr lang="fr-FR" sz="2000" b="1" dirty="0">
              <a:solidFill>
                <a:srgbClr val="00B050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fr-FR" sz="1800" dirty="0"/>
          </a:p>
          <a:p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008044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fr-FR" noProof="0" dirty="0"/>
              <a:t>MERCI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FFC60-19C3-4901-93F7-7AAF4C09F8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>
            <a:normAutofit/>
          </a:bodyPr>
          <a:lstStyle/>
          <a:p>
            <a:r>
              <a:rPr lang="fr-FR" noProof="0" dirty="0"/>
              <a:t>Charlotte DOLIVEUX</a:t>
            </a:r>
          </a:p>
          <a:p>
            <a:r>
              <a:rPr lang="fr-FR" noProof="0" dirty="0"/>
              <a:t>charlotte.doliveux@ipsen.com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DA7980-C870-4C9A-84FA-4120D8AF5D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/>
          <a:p>
            <a:r>
              <a:rPr lang="fr-FR" noProof="0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FADE42-1A3F-40C8-A071-E57644F3D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/>
          <a:p>
            <a:r>
              <a:rPr lang="fr-FR" noProof="0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CFF82-B70F-4971-9182-7C3AEA3C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B5CEABB6-07DC-46E8-9B57-56EC44A396E5}" type="slidenum">
              <a:rPr lang="fr-FR" noProof="0" smtClean="0"/>
              <a:pPr/>
              <a:t>7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56180624 Minimalist light sales pitch_Win32_v3" id="{10980D2D-A96C-4E9B-A00E-81C4CAF0ABBD}" vid="{7928933E-F394-4192-9CD9-6D2A259AB5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{26E019B3-FDBE-4198-93EC-9F9203FE7809}TF1ed81438-95a7-4ae9-841d-43ea2c64f7fc8ae7ff09_win32-aa52a5bb69e3</Template>
  <TotalTime>111</TotalTime>
  <Words>630</Words>
  <Application>Microsoft Office PowerPoint</Application>
  <PresentationFormat>Grand écran</PresentationFormat>
  <Paragraphs>80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3" baseType="lpstr">
      <vt:lpstr>Arial</vt:lpstr>
      <vt:lpstr>Calibri</vt:lpstr>
      <vt:lpstr>Lato</vt:lpstr>
      <vt:lpstr>Tenorite</vt:lpstr>
      <vt:lpstr>Wingdings</vt:lpstr>
      <vt:lpstr>Monoline</vt:lpstr>
      <vt:lpstr>EDA – Projet final</vt:lpstr>
      <vt:lpstr>agenda</vt:lpstr>
      <vt:lpstr>INTRODUCTION</vt:lpstr>
      <vt:lpstr>Méthodologie</vt:lpstr>
      <vt:lpstr>Problématiques &amp; Résolution</vt:lpstr>
      <vt:lpstr>Démonstration</vt:lpstr>
      <vt:lpstr>MERCI</vt:lpstr>
    </vt:vector>
  </TitlesOfParts>
  <Company>IPSEN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DOLIVEUX</dc:creator>
  <cp:lastModifiedBy>Charlotte DOLIVEUX</cp:lastModifiedBy>
  <cp:revision>1</cp:revision>
  <dcterms:created xsi:type="dcterms:W3CDTF">2026-02-09T16:05:10Z</dcterms:created>
  <dcterms:modified xsi:type="dcterms:W3CDTF">2026-02-16T15:35:01Z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